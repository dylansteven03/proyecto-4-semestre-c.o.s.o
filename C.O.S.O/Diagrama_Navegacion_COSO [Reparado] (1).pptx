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76" autoAdjust="0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06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165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29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58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77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12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1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40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548640"/>
            <a:ext cx="1645920" cy="1645920"/>
          </a:xfrm>
          <a:prstGeom prst="ellipse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822960"/>
            <a:ext cx="1097280" cy="1097280"/>
          </a:xfrm>
          <a:prstGeom prst="ellipse">
            <a:avLst/>
          </a:prstGeom>
          <a:solidFill>
            <a:srgbClr val="42A5F5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868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AVIACIONES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C.O.S.O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54864" cy="82296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páginas y flujos de usuario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viajes | Vuelos · Hoteles · Descuentos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 –  Aviaciones el C.O.S.O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0" y="685800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29684" y="941832"/>
            <a:ext cx="0" cy="29260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3520440" y="941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(Inicio)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90093" y="2064918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3621" y="20655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8584" y="2926080"/>
            <a:ext cx="1084906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" y="2926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register.html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21031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</a:t>
            </a: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21031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(Hoteles)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21031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(Descuentos)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0" y="21031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customer-service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.html</a:t>
            </a:r>
          </a:p>
          <a:p>
            <a:pPr marL="0" indent="0" algn="ctr">
              <a:buNone/>
            </a:pPr>
            <a:r>
              <a:rPr lang="es-E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(Servicio al cliente)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59227" y="2922652"/>
            <a:ext cx="1234440" cy="384048"/>
          </a:xfrm>
          <a:prstGeom prst="rect">
            <a:avLst/>
          </a:prstGeom>
          <a:solidFill>
            <a:srgbClr val="2E7D32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29130" y="2937709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 Cuenta)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5185" y="3802508"/>
            <a:ext cx="1412964" cy="384048"/>
          </a:xfrm>
          <a:prstGeom prst="rect">
            <a:avLst/>
          </a:prstGeom>
          <a:solidFill>
            <a:srgbClr val="FB8C0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6969" y="3804326"/>
            <a:ext cx="1461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(Administrador)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35140" y="3133471"/>
            <a:ext cx="1234440" cy="277240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04109" y="30490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7746" y="3941389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38194" y="1633728"/>
            <a:ext cx="0" cy="484632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1093346" y="1891595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Login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804664" y="1608131"/>
            <a:ext cx="0" cy="484632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3100834" y="185500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977640" y="18745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Hoteles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946904" y="1362456"/>
            <a:ext cx="813816" cy="93268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5145532" y="182905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946904" y="1371601"/>
            <a:ext cx="2276856" cy="90895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5763986" y="1661347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052831" y="2656968"/>
            <a:ext cx="0" cy="269111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9" name="Text 37"/>
          <p:cNvSpPr/>
          <p:nvPr/>
        </p:nvSpPr>
        <p:spPr>
          <a:xfrm>
            <a:off x="239273" y="346517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Registrarse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042670" y="2937709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tengo cuenta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258061" y="2256942"/>
            <a:ext cx="576579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2003554" y="2083873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76403" y="21432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57200" y="3368549"/>
            <a:ext cx="231142" cy="609345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47" name="Text 45"/>
          <p:cNvSpPr/>
          <p:nvPr/>
        </p:nvSpPr>
        <p:spPr>
          <a:xfrm>
            <a:off x="1070869" y="3564229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125980" y="3410711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sesión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777240" y="4187767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sesión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 flipH="1">
            <a:off x="7420849" y="3417232"/>
            <a:ext cx="4913" cy="52101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55" name="Text 53"/>
          <p:cNvSpPr/>
          <p:nvPr/>
        </p:nvSpPr>
        <p:spPr>
          <a:xfrm>
            <a:off x="7220023" y="3512265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del sistema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069080" y="2295144"/>
            <a:ext cx="22860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5532120" y="2295144"/>
            <a:ext cx="22860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6995160" y="2295144"/>
            <a:ext cx="228600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91440" y="4434840"/>
            <a:ext cx="8961120" cy="594360"/>
          </a:xfrm>
          <a:prstGeom prst="rect">
            <a:avLst/>
          </a:prstGeom>
          <a:solidFill>
            <a:srgbClr val="0D1B3E">
              <a:alpha val="9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" y="4645152"/>
            <a:ext cx="228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principal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011680" y="4645152"/>
            <a:ext cx="228600" cy="1645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(Vuelos/Hoteles/Desc.)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206240" y="4645152"/>
            <a:ext cx="2286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usuario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760720" y="4645152"/>
            <a:ext cx="228600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3504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223760" y="4645152"/>
            <a:ext cx="228600" cy="1645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9808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/ Salida</a:t>
            </a:r>
            <a:endParaRPr lang="en-US" sz="750" dirty="0"/>
          </a:p>
        </p:txBody>
      </p:sp>
      <p:sp>
        <p:nvSpPr>
          <p:cNvPr id="72" name="Shape 42"/>
          <p:cNvSpPr/>
          <p:nvPr/>
        </p:nvSpPr>
        <p:spPr>
          <a:xfrm>
            <a:off x="1257680" y="3129733"/>
            <a:ext cx="693652" cy="373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3" name="Shape 44"/>
          <p:cNvSpPr/>
          <p:nvPr/>
        </p:nvSpPr>
        <p:spPr>
          <a:xfrm>
            <a:off x="6194713" y="3243136"/>
            <a:ext cx="639753" cy="1368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4" name="Shape 36"/>
          <p:cNvSpPr/>
          <p:nvPr/>
        </p:nvSpPr>
        <p:spPr>
          <a:xfrm>
            <a:off x="2258061" y="2656968"/>
            <a:ext cx="0" cy="269111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cxnSp>
        <p:nvCxnSpPr>
          <p:cNvPr id="40" name="Conector recto 39"/>
          <p:cNvCxnSpPr>
            <a:endCxn id="74" idx="0"/>
          </p:cNvCxnSpPr>
          <p:nvPr/>
        </p:nvCxnSpPr>
        <p:spPr>
          <a:xfrm>
            <a:off x="1052831" y="2656968"/>
            <a:ext cx="120523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/>
          <p:cNvCxnSpPr/>
          <p:nvPr/>
        </p:nvCxnSpPr>
        <p:spPr>
          <a:xfrm>
            <a:off x="1570991" y="2448966"/>
            <a:ext cx="0" cy="20800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hape 9"/>
          <p:cNvSpPr/>
          <p:nvPr/>
        </p:nvSpPr>
        <p:spPr>
          <a:xfrm>
            <a:off x="2421476" y="3822319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8" name="Shape 42"/>
          <p:cNvSpPr/>
          <p:nvPr/>
        </p:nvSpPr>
        <p:spPr>
          <a:xfrm flipV="1">
            <a:off x="3513653" y="3158641"/>
            <a:ext cx="6787" cy="66367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2" name="Shape 11"/>
          <p:cNvSpPr/>
          <p:nvPr/>
        </p:nvSpPr>
        <p:spPr>
          <a:xfrm>
            <a:off x="3356398" y="2766798"/>
            <a:ext cx="926336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3" name="Shape 13"/>
          <p:cNvSpPr/>
          <p:nvPr/>
        </p:nvSpPr>
        <p:spPr>
          <a:xfrm>
            <a:off x="4366692" y="3757777"/>
            <a:ext cx="1021077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Rectángulo 49"/>
          <p:cNvSpPr/>
          <p:nvPr/>
        </p:nvSpPr>
        <p:spPr>
          <a:xfrm>
            <a:off x="4398372" y="3770419"/>
            <a:ext cx="972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0D1B3E"/>
                </a:solidFill>
                <a:latin typeface="+mj-lt"/>
                <a:ea typeface="Calibri" pitchFamily="34" charset="-122"/>
                <a:cs typeface="Calibri" pitchFamily="34" charset="-120"/>
              </a:rPr>
              <a:t>hotels.html</a:t>
            </a:r>
            <a:endParaRPr lang="en-US" sz="900" dirty="0">
              <a:latin typeface="+mj-lt"/>
            </a:endParaRPr>
          </a:p>
          <a:p>
            <a:pPr algn="ctr"/>
            <a:r>
              <a:rPr lang="en-US" sz="900" b="1" dirty="0">
                <a:solidFill>
                  <a:srgbClr val="0D1B3E"/>
                </a:solidFill>
                <a:latin typeface="+mj-lt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0D1B3E"/>
                </a:solidFill>
                <a:latin typeface="+mj-lt"/>
                <a:ea typeface="Calibri" pitchFamily="34" charset="-122"/>
                <a:cs typeface="Calibri" pitchFamily="34" charset="-120"/>
              </a:rPr>
              <a:t>Hoteles</a:t>
            </a:r>
            <a:r>
              <a:rPr lang="en-US" sz="900" b="1" dirty="0">
                <a:solidFill>
                  <a:srgbClr val="0D1B3E"/>
                </a:solidFill>
                <a:latin typeface="+mj-lt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>
              <a:latin typeface="+mj-lt"/>
            </a:endParaRPr>
          </a:p>
        </p:txBody>
      </p:sp>
      <p:sp>
        <p:nvSpPr>
          <p:cNvPr id="85" name="Rectángulo 84"/>
          <p:cNvSpPr/>
          <p:nvPr/>
        </p:nvSpPr>
        <p:spPr>
          <a:xfrm>
            <a:off x="3315164" y="2781514"/>
            <a:ext cx="972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flights.html</a:t>
            </a:r>
            <a:endParaRPr lang="en-US" sz="900" dirty="0"/>
          </a:p>
          <a:p>
            <a:pPr algn="ctr"/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Vuelos</a:t>
            </a: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87" name="Rectángulo 86"/>
          <p:cNvSpPr/>
          <p:nvPr/>
        </p:nvSpPr>
        <p:spPr>
          <a:xfrm>
            <a:off x="2541455" y="3837035"/>
            <a:ext cx="972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 err="1"/>
              <a:t>Desde</a:t>
            </a:r>
            <a:r>
              <a:rPr lang="en-US" sz="900" b="1" dirty="0"/>
              <a:t> user.html:</a:t>
            </a:r>
          </a:p>
        </p:txBody>
      </p:sp>
      <p:sp>
        <p:nvSpPr>
          <p:cNvPr id="88" name="Shape 42"/>
          <p:cNvSpPr/>
          <p:nvPr/>
        </p:nvSpPr>
        <p:spPr>
          <a:xfrm>
            <a:off x="3666053" y="3974718"/>
            <a:ext cx="683440" cy="3175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9" name="Shape 42"/>
          <p:cNvSpPr/>
          <p:nvPr/>
        </p:nvSpPr>
        <p:spPr>
          <a:xfrm flipV="1">
            <a:off x="3633632" y="3310128"/>
            <a:ext cx="846928" cy="562125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0" name="Shape 11"/>
          <p:cNvSpPr/>
          <p:nvPr/>
        </p:nvSpPr>
        <p:spPr>
          <a:xfrm>
            <a:off x="4480560" y="3012078"/>
            <a:ext cx="926336" cy="446434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cxnSp>
        <p:nvCxnSpPr>
          <p:cNvPr id="91" name="Conector recto 90"/>
          <p:cNvCxnSpPr/>
          <p:nvPr/>
        </p:nvCxnSpPr>
        <p:spPr>
          <a:xfrm>
            <a:off x="6194713" y="3012078"/>
            <a:ext cx="4821" cy="11247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/>
          <p:cNvCxnSpPr/>
          <p:nvPr/>
        </p:nvCxnSpPr>
        <p:spPr>
          <a:xfrm>
            <a:off x="4943728" y="3000374"/>
            <a:ext cx="1255806" cy="117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/>
          <p:cNvCxnSpPr/>
          <p:nvPr/>
        </p:nvCxnSpPr>
        <p:spPr>
          <a:xfrm flipV="1">
            <a:off x="4864932" y="4139751"/>
            <a:ext cx="1329781" cy="136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ángulo 108"/>
          <p:cNvSpPr/>
          <p:nvPr/>
        </p:nvSpPr>
        <p:spPr>
          <a:xfrm>
            <a:off x="4477614" y="3020050"/>
            <a:ext cx="97219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discounts.html</a:t>
            </a:r>
          </a:p>
          <a:p>
            <a:pPr algn="ctr"/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</a:t>
            </a: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  <a:p>
            <a:pPr algn="ctr"/>
            <a:endParaRPr lang="en-US" sz="9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 –  Aviaciones el C.O.S.O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0" y="685800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29684" y="941832"/>
            <a:ext cx="0" cy="29260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3520440" y="941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712464" y="1240385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75163" y="2120913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03320" y="1242673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b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/>
              <a:t>(</a:t>
            </a:r>
            <a:r>
              <a:rPr lang="en-US" sz="900" b="1" dirty="0" err="1"/>
              <a:t>Iniciar</a:t>
            </a:r>
            <a:r>
              <a:rPr lang="en-US" sz="900" b="1" dirty="0"/>
              <a:t> </a:t>
            </a:r>
            <a:r>
              <a:rPr lang="en-US" sz="900" b="1" dirty="0" err="1"/>
              <a:t>Sesión</a:t>
            </a:r>
            <a:r>
              <a:rPr lang="en-US" sz="900" b="1" dirty="0"/>
              <a:t>)</a:t>
            </a:r>
          </a:p>
        </p:txBody>
      </p:sp>
      <p:sp>
        <p:nvSpPr>
          <p:cNvPr id="11" name="Shape 9"/>
          <p:cNvSpPr/>
          <p:nvPr/>
        </p:nvSpPr>
        <p:spPr>
          <a:xfrm>
            <a:off x="2916429" y="2116736"/>
            <a:ext cx="1114733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56356" y="2117325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/>
              <a:t>register.html</a:t>
            </a:r>
          </a:p>
          <a:p>
            <a:pPr algn="ctr"/>
            <a:r>
              <a:rPr lang="en-US" sz="900" b="1" dirty="0"/>
              <a:t>(</a:t>
            </a:r>
            <a:r>
              <a:rPr lang="en-US" sz="900" b="1" dirty="0" err="1"/>
              <a:t>Crear</a:t>
            </a:r>
            <a:r>
              <a:rPr lang="en-US" sz="900" b="1" dirty="0"/>
              <a:t> </a:t>
            </a:r>
            <a:r>
              <a:rPr lang="en-US" sz="900" b="1" dirty="0" err="1"/>
              <a:t>Cuenta</a:t>
            </a:r>
            <a:r>
              <a:rPr lang="en-US" sz="900" b="1" dirty="0"/>
              <a:t>)</a:t>
            </a:r>
          </a:p>
        </p:txBody>
      </p:sp>
      <p:sp>
        <p:nvSpPr>
          <p:cNvPr id="13" name="Shape 11"/>
          <p:cNvSpPr/>
          <p:nvPr/>
        </p:nvSpPr>
        <p:spPr>
          <a:xfrm>
            <a:off x="870108" y="3257834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0734" y="325783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(Vuelos)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9624" y="3253587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55720" y="32362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(Hoteles)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00300" y="3247371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13637" y="3256917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(Descuentos)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02508" y="2557543"/>
            <a:ext cx="1234440" cy="384048"/>
          </a:xfrm>
          <a:prstGeom prst="rect">
            <a:avLst/>
          </a:prstGeom>
          <a:solidFill>
            <a:srgbClr val="2E7D32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35021" y="255059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 Cuenta)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4417" y="2555783"/>
            <a:ext cx="1234440" cy="384048"/>
          </a:xfrm>
          <a:prstGeom prst="rect">
            <a:avLst/>
          </a:prstGeom>
          <a:solidFill>
            <a:srgbClr val="FB8C0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19930" y="25315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(Administrador)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32168" y="3374152"/>
            <a:ext cx="1234440" cy="384048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10139" y="33529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b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3838194" y="1810710"/>
            <a:ext cx="11430" cy="307649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804664" y="1829054"/>
            <a:ext cx="0" cy="28205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1502273" y="3120674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6061637" y="2942843"/>
            <a:ext cx="0" cy="45442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91440" y="4434840"/>
            <a:ext cx="8961120" cy="594360"/>
          </a:xfrm>
          <a:prstGeom prst="rect">
            <a:avLst/>
          </a:prstGeom>
          <a:solidFill>
            <a:srgbClr val="0D1B3E">
              <a:alpha val="9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" y="4645152"/>
            <a:ext cx="228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principal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011680" y="4645152"/>
            <a:ext cx="228600" cy="1645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(Vuelos/Hoteles/Desc.)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206240" y="4645152"/>
            <a:ext cx="2286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usuario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760720" y="4645152"/>
            <a:ext cx="228600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3504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223760" y="4645152"/>
            <a:ext cx="228600" cy="1645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9808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/ Salida</a:t>
            </a:r>
            <a:endParaRPr lang="en-US" sz="750" dirty="0"/>
          </a:p>
        </p:txBody>
      </p:sp>
      <p:cxnSp>
        <p:nvCxnSpPr>
          <p:cNvPr id="40" name="Conector recto 39"/>
          <p:cNvCxnSpPr>
            <a:stCxn id="28" idx="0"/>
          </p:cNvCxnSpPr>
          <p:nvPr/>
        </p:nvCxnSpPr>
        <p:spPr>
          <a:xfrm>
            <a:off x="3849624" y="1810710"/>
            <a:ext cx="955040" cy="86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/>
          <p:cNvCxnSpPr>
            <a:endCxn id="7" idx="2"/>
          </p:cNvCxnSpPr>
          <p:nvPr/>
        </p:nvCxnSpPr>
        <p:spPr>
          <a:xfrm flipH="1" flipV="1">
            <a:off x="4329684" y="1624433"/>
            <a:ext cx="4572" cy="2157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10"/>
          <p:cNvSpPr/>
          <p:nvPr/>
        </p:nvSpPr>
        <p:spPr>
          <a:xfrm>
            <a:off x="4165749" y="2136041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Validar</a:t>
            </a:r>
            <a:r>
              <a:rPr lang="en-US" sz="900" b="1" dirty="0"/>
              <a:t> Usuario</a:t>
            </a:r>
          </a:p>
          <a:p>
            <a:pPr algn="ctr"/>
            <a:r>
              <a:rPr lang="en-US" sz="900" b="1" dirty="0"/>
              <a:t>(</a:t>
            </a:r>
            <a:r>
              <a:rPr lang="en-US" sz="900" b="1" dirty="0" err="1"/>
              <a:t>Autenticación</a:t>
            </a:r>
            <a:r>
              <a:rPr lang="en-US" sz="900" b="1" dirty="0"/>
              <a:t>)</a:t>
            </a:r>
          </a:p>
        </p:txBody>
      </p:sp>
      <p:cxnSp>
        <p:nvCxnSpPr>
          <p:cNvPr id="76" name="Conector recto 75"/>
          <p:cNvCxnSpPr>
            <a:stCxn id="21" idx="3"/>
            <a:endCxn id="23" idx="1"/>
          </p:cNvCxnSpPr>
          <p:nvPr/>
        </p:nvCxnSpPr>
        <p:spPr>
          <a:xfrm flipV="1">
            <a:off x="3536948" y="2747807"/>
            <a:ext cx="1907469" cy="17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/>
          <p:cNvCxnSpPr/>
          <p:nvPr/>
        </p:nvCxnSpPr>
        <p:spPr>
          <a:xfrm flipV="1">
            <a:off x="4969437" y="2514459"/>
            <a:ext cx="0" cy="2210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/>
          <p:cNvCxnSpPr/>
          <p:nvPr/>
        </p:nvCxnSpPr>
        <p:spPr>
          <a:xfrm>
            <a:off x="1502273" y="3120675"/>
            <a:ext cx="3069727" cy="181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/>
          <p:cNvCxnSpPr/>
          <p:nvPr/>
        </p:nvCxnSpPr>
        <p:spPr>
          <a:xfrm flipV="1">
            <a:off x="2920962" y="2941745"/>
            <a:ext cx="0" cy="1780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Shape 36"/>
          <p:cNvSpPr/>
          <p:nvPr/>
        </p:nvSpPr>
        <p:spPr>
          <a:xfrm>
            <a:off x="2920962" y="3138800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2" name="Shape 36"/>
          <p:cNvSpPr/>
          <p:nvPr/>
        </p:nvSpPr>
        <p:spPr>
          <a:xfrm>
            <a:off x="4572000" y="3138800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cxnSp>
        <p:nvCxnSpPr>
          <p:cNvPr id="122" name="Conector recto 121"/>
          <p:cNvCxnSpPr>
            <a:stCxn id="126" idx="1"/>
            <a:endCxn id="124" idx="1"/>
          </p:cNvCxnSpPr>
          <p:nvPr/>
        </p:nvCxnSpPr>
        <p:spPr>
          <a:xfrm>
            <a:off x="1502274" y="3780306"/>
            <a:ext cx="30463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Shape 36"/>
          <p:cNvSpPr/>
          <p:nvPr/>
        </p:nvSpPr>
        <p:spPr>
          <a:xfrm>
            <a:off x="4548594" y="36418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5" name="Shape 36"/>
          <p:cNvSpPr/>
          <p:nvPr/>
        </p:nvSpPr>
        <p:spPr>
          <a:xfrm>
            <a:off x="3047725" y="36418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6" name="Shape 36"/>
          <p:cNvSpPr/>
          <p:nvPr/>
        </p:nvSpPr>
        <p:spPr>
          <a:xfrm>
            <a:off x="1502273" y="36418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9" name="Shape 36"/>
          <p:cNvSpPr/>
          <p:nvPr/>
        </p:nvSpPr>
        <p:spPr>
          <a:xfrm>
            <a:off x="3043447" y="3794282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33" name="Shape 23"/>
          <p:cNvSpPr/>
          <p:nvPr/>
        </p:nvSpPr>
        <p:spPr>
          <a:xfrm>
            <a:off x="2430505" y="3929193"/>
            <a:ext cx="1234440" cy="384048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4" name="Text 24"/>
          <p:cNvSpPr/>
          <p:nvPr/>
        </p:nvSpPr>
        <p:spPr>
          <a:xfrm>
            <a:off x="2608476" y="3907973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b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135" name="Shape 5"/>
          <p:cNvSpPr/>
          <p:nvPr/>
        </p:nvSpPr>
        <p:spPr>
          <a:xfrm>
            <a:off x="4217089" y="3945636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6" name="Text 6"/>
          <p:cNvSpPr/>
          <p:nvPr/>
        </p:nvSpPr>
        <p:spPr>
          <a:xfrm>
            <a:off x="4217089" y="3907973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(Inicio)</a:t>
            </a:r>
            <a:endParaRPr lang="en-US" sz="900" dirty="0"/>
          </a:p>
        </p:txBody>
      </p:sp>
      <p:sp>
        <p:nvSpPr>
          <p:cNvPr id="137" name="Shape 58"/>
          <p:cNvSpPr/>
          <p:nvPr/>
        </p:nvSpPr>
        <p:spPr>
          <a:xfrm flipV="1">
            <a:off x="3648077" y="4147068"/>
            <a:ext cx="558163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</p:spTree>
    <p:extLst>
      <p:ext uri="{BB962C8B-B14F-4D97-AF65-F5344CB8AC3E}">
        <p14:creationId xmlns:p14="http://schemas.microsoft.com/office/powerpoint/2010/main" val="3981253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 –  Aviaciones el C.O.S.O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17089" y="559048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8685" y="815080"/>
            <a:ext cx="0" cy="21303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1623719" y="3239507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23155" y="1828963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13658" y="32381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b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/>
              <a:t>(</a:t>
            </a:r>
            <a:r>
              <a:rPr lang="en-US" sz="900" b="1" dirty="0" err="1"/>
              <a:t>Iniciar</a:t>
            </a:r>
            <a:r>
              <a:rPr lang="en-US" sz="900" b="1" dirty="0"/>
              <a:t> </a:t>
            </a:r>
            <a:r>
              <a:rPr lang="en-US" sz="900" b="1" dirty="0" err="1"/>
              <a:t>Sesión</a:t>
            </a:r>
            <a:r>
              <a:rPr lang="en-US" sz="900" b="1" dirty="0"/>
              <a:t>)</a:t>
            </a:r>
          </a:p>
        </p:txBody>
      </p:sp>
      <p:sp>
        <p:nvSpPr>
          <p:cNvPr id="11" name="Shape 9"/>
          <p:cNvSpPr/>
          <p:nvPr/>
        </p:nvSpPr>
        <p:spPr>
          <a:xfrm>
            <a:off x="3791318" y="1017666"/>
            <a:ext cx="1114733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0774" y="10281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/>
              <a:t>register.html</a:t>
            </a:r>
          </a:p>
          <a:p>
            <a:pPr algn="ctr"/>
            <a:r>
              <a:rPr lang="en-US" sz="900" b="1" dirty="0"/>
              <a:t>(</a:t>
            </a:r>
            <a:r>
              <a:rPr lang="en-US" sz="900" b="1" dirty="0" err="1"/>
              <a:t>Crear</a:t>
            </a:r>
            <a:r>
              <a:rPr lang="en-US" sz="900" b="1" dirty="0"/>
              <a:t> </a:t>
            </a:r>
            <a:r>
              <a:rPr lang="en-US" sz="900" b="1" dirty="0" err="1"/>
              <a:t>Cuenta</a:t>
            </a:r>
            <a:r>
              <a:rPr lang="en-US" sz="900" b="1" dirty="0"/>
              <a:t>)</a:t>
            </a:r>
          </a:p>
        </p:txBody>
      </p:sp>
      <p:sp>
        <p:nvSpPr>
          <p:cNvPr id="21" name="Shape 19"/>
          <p:cNvSpPr/>
          <p:nvPr/>
        </p:nvSpPr>
        <p:spPr>
          <a:xfrm>
            <a:off x="3257311" y="2674154"/>
            <a:ext cx="1234440" cy="384048"/>
          </a:xfrm>
          <a:prstGeom prst="rect">
            <a:avLst/>
          </a:prstGeom>
          <a:solidFill>
            <a:srgbClr val="2E7D32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38681" y="266167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 Cuenta)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49809" y="2431847"/>
            <a:ext cx="1234440" cy="384048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27839" y="2429569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b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3092234" y="1539239"/>
            <a:ext cx="11430" cy="307649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751159" y="1536254"/>
            <a:ext cx="0" cy="28205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5740375" y="2218827"/>
            <a:ext cx="0" cy="235352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91440" y="4434840"/>
            <a:ext cx="8961120" cy="594360"/>
          </a:xfrm>
          <a:prstGeom prst="rect">
            <a:avLst/>
          </a:prstGeom>
          <a:solidFill>
            <a:srgbClr val="0D1B3E">
              <a:alpha val="9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" y="4645152"/>
            <a:ext cx="228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principal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011680" y="4645152"/>
            <a:ext cx="228600" cy="1645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(Vuelos/Hoteles/Desc.)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206240" y="4645152"/>
            <a:ext cx="2286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usuario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760720" y="4645152"/>
            <a:ext cx="228600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3504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223760" y="4645152"/>
            <a:ext cx="228600" cy="1645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9808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/ Salida</a:t>
            </a:r>
            <a:endParaRPr lang="en-US" sz="750" dirty="0"/>
          </a:p>
        </p:txBody>
      </p:sp>
      <p:cxnSp>
        <p:nvCxnSpPr>
          <p:cNvPr id="40" name="Conector recto 39"/>
          <p:cNvCxnSpPr/>
          <p:nvPr/>
        </p:nvCxnSpPr>
        <p:spPr>
          <a:xfrm>
            <a:off x="3092234" y="1539239"/>
            <a:ext cx="2648141" cy="97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Shape 36"/>
          <p:cNvSpPr/>
          <p:nvPr/>
        </p:nvSpPr>
        <p:spPr>
          <a:xfrm flipH="1">
            <a:off x="3853312" y="3052097"/>
            <a:ext cx="0" cy="36638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6" name="Shape 36"/>
          <p:cNvSpPr/>
          <p:nvPr/>
        </p:nvSpPr>
        <p:spPr>
          <a:xfrm flipV="1">
            <a:off x="2911261" y="2837748"/>
            <a:ext cx="327419" cy="10819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33" name="Shape 23"/>
          <p:cNvSpPr/>
          <p:nvPr/>
        </p:nvSpPr>
        <p:spPr>
          <a:xfrm>
            <a:off x="3200400" y="3406001"/>
            <a:ext cx="1234440" cy="384048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4" name="Text 24"/>
          <p:cNvSpPr/>
          <p:nvPr/>
        </p:nvSpPr>
        <p:spPr>
          <a:xfrm>
            <a:off x="3360420" y="3402445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b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135" name="Shape 5"/>
          <p:cNvSpPr/>
          <p:nvPr/>
        </p:nvSpPr>
        <p:spPr>
          <a:xfrm>
            <a:off x="5045819" y="3438580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6" name="Text 6"/>
          <p:cNvSpPr/>
          <p:nvPr/>
        </p:nvSpPr>
        <p:spPr>
          <a:xfrm>
            <a:off x="5035754" y="3406001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(Inicio)</a:t>
            </a:r>
            <a:endParaRPr lang="en-US" sz="900" dirty="0"/>
          </a:p>
        </p:txBody>
      </p:sp>
      <p:sp>
        <p:nvSpPr>
          <p:cNvPr id="137" name="Shape 58"/>
          <p:cNvSpPr/>
          <p:nvPr/>
        </p:nvSpPr>
        <p:spPr>
          <a:xfrm flipV="1">
            <a:off x="1736292" y="3638433"/>
            <a:ext cx="421695" cy="35974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59" name="Shape 7"/>
          <p:cNvSpPr/>
          <p:nvPr/>
        </p:nvSpPr>
        <p:spPr>
          <a:xfrm>
            <a:off x="2514600" y="1855226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3" name="Text 10"/>
          <p:cNvSpPr/>
          <p:nvPr/>
        </p:nvSpPr>
        <p:spPr>
          <a:xfrm>
            <a:off x="2521660" y="1859999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Validar</a:t>
            </a:r>
            <a:r>
              <a:rPr lang="en-US" sz="900" b="1" dirty="0"/>
              <a:t> </a:t>
            </a:r>
            <a:r>
              <a:rPr lang="en-US" sz="900" b="1" dirty="0" err="1"/>
              <a:t>Datos</a:t>
            </a:r>
            <a:endParaRPr lang="en-US" sz="900" b="1" dirty="0"/>
          </a:p>
          <a:p>
            <a:pPr algn="ctr"/>
            <a:r>
              <a:rPr lang="en-US" sz="900" b="1" dirty="0"/>
              <a:t>(</a:t>
            </a:r>
            <a:r>
              <a:rPr lang="en-US" sz="900" b="1" dirty="0" err="1"/>
              <a:t>Formulario</a:t>
            </a:r>
            <a:r>
              <a:rPr lang="en-US" sz="900" b="1" dirty="0"/>
              <a:t> </a:t>
            </a:r>
            <a:r>
              <a:rPr lang="en-US" sz="900" b="1" dirty="0" err="1"/>
              <a:t>registro</a:t>
            </a:r>
            <a:r>
              <a:rPr lang="en-US" sz="900" b="1" dirty="0"/>
              <a:t>)</a:t>
            </a:r>
          </a:p>
        </p:txBody>
      </p:sp>
      <p:sp>
        <p:nvSpPr>
          <p:cNvPr id="78" name="Text 10"/>
          <p:cNvSpPr/>
          <p:nvPr/>
        </p:nvSpPr>
        <p:spPr>
          <a:xfrm>
            <a:off x="5149809" y="1834779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MX" sz="900" b="1" dirty="0"/>
              <a:t>Cancelar</a:t>
            </a:r>
            <a:endParaRPr lang="en-US" sz="900" b="1" dirty="0"/>
          </a:p>
        </p:txBody>
      </p:sp>
      <p:sp>
        <p:nvSpPr>
          <p:cNvPr id="79" name="Shape 28"/>
          <p:cNvSpPr/>
          <p:nvPr/>
        </p:nvSpPr>
        <p:spPr>
          <a:xfrm flipH="1">
            <a:off x="4348685" y="1412165"/>
            <a:ext cx="6140" cy="12520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0" name="Shape 26"/>
          <p:cNvSpPr/>
          <p:nvPr/>
        </p:nvSpPr>
        <p:spPr>
          <a:xfrm flipH="1">
            <a:off x="2104548" y="2050828"/>
            <a:ext cx="390458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1" name="Shape 7"/>
          <p:cNvSpPr/>
          <p:nvPr/>
        </p:nvSpPr>
        <p:spPr>
          <a:xfrm>
            <a:off x="880734" y="187229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2" name="Text 10"/>
          <p:cNvSpPr/>
          <p:nvPr/>
        </p:nvSpPr>
        <p:spPr>
          <a:xfrm>
            <a:off x="869596" y="184106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Datos</a:t>
            </a:r>
            <a:r>
              <a:rPr lang="en-US" sz="900" b="1" dirty="0"/>
              <a:t> </a:t>
            </a:r>
            <a:r>
              <a:rPr lang="en-US" sz="900" b="1" dirty="0" err="1"/>
              <a:t>Incorrectos</a:t>
            </a:r>
            <a:endParaRPr lang="en-US" sz="900" b="1" dirty="0"/>
          </a:p>
        </p:txBody>
      </p:sp>
      <p:sp>
        <p:nvSpPr>
          <p:cNvPr id="83" name="Shape 7"/>
          <p:cNvSpPr/>
          <p:nvPr/>
        </p:nvSpPr>
        <p:spPr>
          <a:xfrm>
            <a:off x="136041" y="245370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4" name="Text 10"/>
          <p:cNvSpPr/>
          <p:nvPr/>
        </p:nvSpPr>
        <p:spPr>
          <a:xfrm>
            <a:off x="194016" y="2429569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/>
              <a:t>Mostar Error</a:t>
            </a:r>
          </a:p>
        </p:txBody>
      </p:sp>
      <p:sp>
        <p:nvSpPr>
          <p:cNvPr id="85" name="Shape 26"/>
          <p:cNvSpPr/>
          <p:nvPr/>
        </p:nvSpPr>
        <p:spPr>
          <a:xfrm flipH="1">
            <a:off x="753261" y="2050828"/>
            <a:ext cx="120413" cy="3857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6" name="Shape 26"/>
          <p:cNvSpPr/>
          <p:nvPr/>
        </p:nvSpPr>
        <p:spPr>
          <a:xfrm flipH="1">
            <a:off x="753261" y="2854825"/>
            <a:ext cx="0" cy="16075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7" name="Shape 7"/>
          <p:cNvSpPr/>
          <p:nvPr/>
        </p:nvSpPr>
        <p:spPr>
          <a:xfrm>
            <a:off x="136041" y="3015575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8" name="Text 10"/>
          <p:cNvSpPr/>
          <p:nvPr/>
        </p:nvSpPr>
        <p:spPr>
          <a:xfrm>
            <a:off x="158617" y="299849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/>
              <a:t>register.html</a:t>
            </a:r>
          </a:p>
        </p:txBody>
      </p:sp>
      <p:sp>
        <p:nvSpPr>
          <p:cNvPr id="91" name="Shape 26"/>
          <p:cNvSpPr/>
          <p:nvPr/>
        </p:nvSpPr>
        <p:spPr>
          <a:xfrm flipH="1">
            <a:off x="775837" y="3399623"/>
            <a:ext cx="0" cy="16075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2" name="Shape 7"/>
          <p:cNvSpPr/>
          <p:nvPr/>
        </p:nvSpPr>
        <p:spPr>
          <a:xfrm>
            <a:off x="136041" y="3555406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4" name="Text 10"/>
          <p:cNvSpPr/>
          <p:nvPr/>
        </p:nvSpPr>
        <p:spPr>
          <a:xfrm>
            <a:off x="168662" y="353849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Datos</a:t>
            </a:r>
            <a:r>
              <a:rPr lang="en-US" sz="900" b="1" dirty="0"/>
              <a:t> </a:t>
            </a:r>
            <a:r>
              <a:rPr lang="en-US" sz="900" b="1" dirty="0" err="1"/>
              <a:t>Correctos</a:t>
            </a:r>
            <a:endParaRPr lang="en-US" sz="900" b="1" dirty="0"/>
          </a:p>
        </p:txBody>
      </p:sp>
      <p:sp>
        <p:nvSpPr>
          <p:cNvPr id="95" name="Shape 7"/>
          <p:cNvSpPr/>
          <p:nvPr/>
        </p:nvSpPr>
        <p:spPr>
          <a:xfrm>
            <a:off x="1097964" y="3989959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6" name="Shape 26"/>
          <p:cNvSpPr/>
          <p:nvPr/>
        </p:nvSpPr>
        <p:spPr>
          <a:xfrm>
            <a:off x="753260" y="3939454"/>
            <a:ext cx="344703" cy="265917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7" name="Text 10"/>
          <p:cNvSpPr/>
          <p:nvPr/>
        </p:nvSpPr>
        <p:spPr>
          <a:xfrm>
            <a:off x="1063157" y="39876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Crear</a:t>
            </a:r>
            <a:r>
              <a:rPr lang="en-US" sz="900" b="1" dirty="0"/>
              <a:t> Usuario </a:t>
            </a:r>
            <a:r>
              <a:rPr lang="en-US" sz="900" b="1" dirty="0" err="1"/>
              <a:t>en</a:t>
            </a:r>
            <a:r>
              <a:rPr lang="en-US" sz="900" b="1" dirty="0"/>
              <a:t> </a:t>
            </a:r>
          </a:p>
          <a:p>
            <a:pPr algn="ctr"/>
            <a:r>
              <a:rPr lang="en-US" sz="900" b="1" dirty="0"/>
              <a:t>Sistema</a:t>
            </a:r>
          </a:p>
        </p:txBody>
      </p:sp>
      <p:sp>
        <p:nvSpPr>
          <p:cNvPr id="98" name="Shape 7"/>
          <p:cNvSpPr/>
          <p:nvPr/>
        </p:nvSpPr>
        <p:spPr>
          <a:xfrm>
            <a:off x="1677315" y="2652607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9" name="Text 10"/>
          <p:cNvSpPr/>
          <p:nvPr/>
        </p:nvSpPr>
        <p:spPr>
          <a:xfrm>
            <a:off x="1660535" y="266167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Autenticación</a:t>
            </a:r>
            <a:r>
              <a:rPr lang="en-US" sz="900" b="1" dirty="0"/>
              <a:t> Usuario</a:t>
            </a:r>
          </a:p>
        </p:txBody>
      </p:sp>
      <p:sp>
        <p:nvSpPr>
          <p:cNvPr id="100" name="Shape 58"/>
          <p:cNvSpPr/>
          <p:nvPr/>
        </p:nvSpPr>
        <p:spPr>
          <a:xfrm flipH="1" flipV="1">
            <a:off x="2240280" y="3036655"/>
            <a:ext cx="0" cy="19206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3" name="Shape 36"/>
          <p:cNvSpPr/>
          <p:nvPr/>
        </p:nvSpPr>
        <p:spPr>
          <a:xfrm>
            <a:off x="4434840" y="3603150"/>
            <a:ext cx="600914" cy="1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</p:spTree>
    <p:extLst>
      <p:ext uri="{BB962C8B-B14F-4D97-AF65-F5344CB8AC3E}">
        <p14:creationId xmlns:p14="http://schemas.microsoft.com/office/powerpoint/2010/main" val="1051778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 –  Aviaciones el C.O.S.O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05448" y="544234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1932" y="836410"/>
            <a:ext cx="0" cy="22279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5532120" y="1504065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80022" y="1954452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19930" y="1521215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b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/>
              <a:t>(Si no </a:t>
            </a:r>
            <a:r>
              <a:rPr lang="en-US" sz="900" b="1" dirty="0" err="1"/>
              <a:t>esta</a:t>
            </a:r>
            <a:r>
              <a:rPr lang="en-US" sz="900" b="1" dirty="0"/>
              <a:t> </a:t>
            </a:r>
            <a:r>
              <a:rPr lang="en-US" sz="900" b="1" dirty="0" err="1"/>
              <a:t>logueando</a:t>
            </a:r>
            <a:r>
              <a:rPr lang="en-US" sz="900" b="1" dirty="0"/>
              <a:t>)</a:t>
            </a:r>
          </a:p>
        </p:txBody>
      </p:sp>
      <p:sp>
        <p:nvSpPr>
          <p:cNvPr id="11" name="Shape 9"/>
          <p:cNvSpPr/>
          <p:nvPr/>
        </p:nvSpPr>
        <p:spPr>
          <a:xfrm>
            <a:off x="130258" y="1917378"/>
            <a:ext cx="1114733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29" y="189922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Buscar</a:t>
            </a:r>
            <a:r>
              <a:rPr lang="en-US" sz="900" b="1" dirty="0"/>
              <a:t> </a:t>
            </a:r>
            <a:r>
              <a:rPr lang="en-US" sz="900" b="1" dirty="0" err="1"/>
              <a:t>Vuelos</a:t>
            </a:r>
            <a:r>
              <a:rPr lang="en-US" sz="900" b="1" dirty="0"/>
              <a:t/>
            </a:r>
            <a:br>
              <a:rPr lang="en-US" sz="900" b="1" dirty="0"/>
            </a:br>
            <a:r>
              <a:rPr lang="en-US" sz="900" b="1" dirty="0"/>
              <a:t>(Origen / </a:t>
            </a:r>
            <a:r>
              <a:rPr lang="en-US" sz="900" b="1" dirty="0" err="1"/>
              <a:t>Destino</a:t>
            </a:r>
            <a:r>
              <a:rPr lang="en-US" sz="900" b="1" dirty="0"/>
              <a:t>) </a:t>
            </a:r>
          </a:p>
        </p:txBody>
      </p:sp>
      <p:sp>
        <p:nvSpPr>
          <p:cNvPr id="13" name="Shape 11"/>
          <p:cNvSpPr/>
          <p:nvPr/>
        </p:nvSpPr>
        <p:spPr>
          <a:xfrm>
            <a:off x="1102555" y="1031471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24712" y="1014127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(Vuelos)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03554" y="2992431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03554" y="2983277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Confirmar</a:t>
            </a:r>
            <a:r>
              <a:rPr lang="en-US" sz="900" b="1" dirty="0"/>
              <a:t> </a:t>
            </a:r>
            <a:r>
              <a:rPr lang="en-US" sz="900" b="1" dirty="0" err="1"/>
              <a:t>Reserva</a:t>
            </a:r>
            <a:endParaRPr lang="en-US" sz="900" b="1" dirty="0"/>
          </a:p>
        </p:txBody>
      </p:sp>
      <p:sp>
        <p:nvSpPr>
          <p:cNvPr id="21" name="Shape 19"/>
          <p:cNvSpPr/>
          <p:nvPr/>
        </p:nvSpPr>
        <p:spPr>
          <a:xfrm>
            <a:off x="5523667" y="2015303"/>
            <a:ext cx="1234440" cy="384048"/>
          </a:xfrm>
          <a:prstGeom prst="rect">
            <a:avLst/>
          </a:prstGeom>
          <a:solidFill>
            <a:srgbClr val="2E7D32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51511" y="2012177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 Cuenta)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32120" y="2503227"/>
            <a:ext cx="1234440" cy="384048"/>
          </a:xfrm>
          <a:prstGeom prst="rect">
            <a:avLst/>
          </a:prstGeom>
          <a:solidFill>
            <a:srgbClr val="FB8C0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4642" y="2503139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(Administrador)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23667" y="3481206"/>
            <a:ext cx="1234440" cy="384048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79950" y="346016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623485" y="1601512"/>
            <a:ext cx="11430" cy="307649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3116841" y="1618488"/>
            <a:ext cx="0" cy="28205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1502273" y="3120674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91440" y="4434840"/>
            <a:ext cx="8961120" cy="594360"/>
          </a:xfrm>
          <a:prstGeom prst="rect">
            <a:avLst/>
          </a:prstGeom>
          <a:solidFill>
            <a:srgbClr val="0D1B3E">
              <a:alpha val="9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" y="4645152"/>
            <a:ext cx="228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principal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011680" y="4645152"/>
            <a:ext cx="228600" cy="1645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(Vuelos/Hoteles/Desc.)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206240" y="4645152"/>
            <a:ext cx="2286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usuario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760720" y="4645152"/>
            <a:ext cx="228600" cy="16459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3504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223760" y="4645152"/>
            <a:ext cx="228600" cy="1645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9808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/ Salida</a:t>
            </a:r>
            <a:endParaRPr lang="en-US" sz="750" dirty="0"/>
          </a:p>
        </p:txBody>
      </p:sp>
      <p:cxnSp>
        <p:nvCxnSpPr>
          <p:cNvPr id="40" name="Conector recto 39"/>
          <p:cNvCxnSpPr/>
          <p:nvPr/>
        </p:nvCxnSpPr>
        <p:spPr>
          <a:xfrm flipV="1">
            <a:off x="634915" y="1604554"/>
            <a:ext cx="2502594" cy="95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/>
          <p:cNvCxnSpPr>
            <a:endCxn id="14" idx="2"/>
          </p:cNvCxnSpPr>
          <p:nvPr/>
        </p:nvCxnSpPr>
        <p:spPr>
          <a:xfrm flipV="1">
            <a:off x="1724996" y="1398175"/>
            <a:ext cx="16936" cy="21575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10"/>
          <p:cNvSpPr/>
          <p:nvPr/>
        </p:nvSpPr>
        <p:spPr>
          <a:xfrm>
            <a:off x="2499621" y="1961399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Ver</a:t>
            </a:r>
            <a:r>
              <a:rPr lang="en-US" sz="900" b="1" dirty="0"/>
              <a:t> </a:t>
            </a:r>
            <a:r>
              <a:rPr lang="en-US" sz="900" b="1" dirty="0" err="1"/>
              <a:t>Ofertas</a:t>
            </a:r>
            <a:endParaRPr lang="en-US" sz="900" b="1" dirty="0"/>
          </a:p>
          <a:p>
            <a:pPr algn="ctr"/>
            <a:r>
              <a:rPr lang="en-US" sz="900" b="1" dirty="0"/>
              <a:t>(</a:t>
            </a:r>
            <a:r>
              <a:rPr lang="en-US" sz="900" b="1" dirty="0" err="1"/>
              <a:t>Tarjetas</a:t>
            </a:r>
            <a:r>
              <a:rPr lang="en-US" sz="900" b="1" dirty="0"/>
              <a:t> de </a:t>
            </a:r>
            <a:r>
              <a:rPr lang="en-US" sz="900" b="1" dirty="0" err="1"/>
              <a:t>vuelo</a:t>
            </a:r>
            <a:r>
              <a:rPr lang="en-US" sz="900" dirty="0"/>
              <a:t>)</a:t>
            </a:r>
            <a:endParaRPr lang="en-US" sz="900" b="1" dirty="0"/>
          </a:p>
        </p:txBody>
      </p:sp>
      <p:cxnSp>
        <p:nvCxnSpPr>
          <p:cNvPr id="76" name="Conector recto 75"/>
          <p:cNvCxnSpPr/>
          <p:nvPr/>
        </p:nvCxnSpPr>
        <p:spPr>
          <a:xfrm flipV="1">
            <a:off x="464820" y="3800311"/>
            <a:ext cx="1907469" cy="17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/>
          <p:cNvCxnSpPr/>
          <p:nvPr/>
        </p:nvCxnSpPr>
        <p:spPr>
          <a:xfrm flipV="1">
            <a:off x="457200" y="3095300"/>
            <a:ext cx="2463762" cy="85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/>
          <p:cNvCxnSpPr/>
          <p:nvPr/>
        </p:nvCxnSpPr>
        <p:spPr>
          <a:xfrm flipV="1">
            <a:off x="2920962" y="2941745"/>
            <a:ext cx="0" cy="1780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Shape 36"/>
          <p:cNvSpPr/>
          <p:nvPr/>
        </p:nvSpPr>
        <p:spPr>
          <a:xfrm>
            <a:off x="6140887" y="3376479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6" name="Shape 36"/>
          <p:cNvSpPr/>
          <p:nvPr/>
        </p:nvSpPr>
        <p:spPr>
          <a:xfrm>
            <a:off x="1469855" y="3641881"/>
            <a:ext cx="0" cy="17229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35" name="Shape 5"/>
          <p:cNvSpPr/>
          <p:nvPr/>
        </p:nvSpPr>
        <p:spPr>
          <a:xfrm>
            <a:off x="5519930" y="4000497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6" name="Text 6"/>
          <p:cNvSpPr/>
          <p:nvPr/>
        </p:nvSpPr>
        <p:spPr>
          <a:xfrm>
            <a:off x="5519930" y="3960743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(Inicio)</a:t>
            </a:r>
            <a:endParaRPr lang="en-US" sz="900" dirty="0"/>
          </a:p>
        </p:txBody>
      </p:sp>
      <p:sp>
        <p:nvSpPr>
          <p:cNvPr id="72" name="Shape 28"/>
          <p:cNvSpPr/>
          <p:nvPr/>
        </p:nvSpPr>
        <p:spPr>
          <a:xfrm>
            <a:off x="3137509" y="2305996"/>
            <a:ext cx="0" cy="28205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3" name="Shape 28"/>
          <p:cNvSpPr/>
          <p:nvPr/>
        </p:nvSpPr>
        <p:spPr>
          <a:xfrm flipH="1">
            <a:off x="642655" y="2283131"/>
            <a:ext cx="0" cy="226189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8" name="Shape 7"/>
          <p:cNvSpPr/>
          <p:nvPr/>
        </p:nvSpPr>
        <p:spPr>
          <a:xfrm>
            <a:off x="79131" y="2505179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9" name="Shape 7"/>
          <p:cNvSpPr/>
          <p:nvPr/>
        </p:nvSpPr>
        <p:spPr>
          <a:xfrm>
            <a:off x="2413637" y="2575683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0" name="Text 10"/>
          <p:cNvSpPr/>
          <p:nvPr/>
        </p:nvSpPr>
        <p:spPr>
          <a:xfrm>
            <a:off x="79131" y="2489771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Resultados</a:t>
            </a:r>
            <a:r>
              <a:rPr lang="en-US" sz="900" b="1" dirty="0"/>
              <a:t> de </a:t>
            </a:r>
            <a:r>
              <a:rPr lang="en-US" sz="900" b="1" dirty="0" err="1"/>
              <a:t>búsqueda</a:t>
            </a:r>
            <a:endParaRPr lang="en-US" sz="900" b="1" dirty="0"/>
          </a:p>
        </p:txBody>
      </p:sp>
      <p:sp>
        <p:nvSpPr>
          <p:cNvPr id="81" name="Text 10"/>
          <p:cNvSpPr/>
          <p:nvPr/>
        </p:nvSpPr>
        <p:spPr>
          <a:xfrm>
            <a:off x="2461115" y="253681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Seleccionar</a:t>
            </a:r>
            <a:r>
              <a:rPr lang="en-US" sz="900" b="1" dirty="0"/>
              <a:t> </a:t>
            </a:r>
            <a:r>
              <a:rPr lang="en-US" sz="900" b="1" dirty="0" err="1"/>
              <a:t>oferta</a:t>
            </a:r>
            <a:endParaRPr lang="en-US" sz="900" b="1" dirty="0"/>
          </a:p>
        </p:txBody>
      </p:sp>
      <p:sp>
        <p:nvSpPr>
          <p:cNvPr id="82" name="Shape 36"/>
          <p:cNvSpPr/>
          <p:nvPr/>
        </p:nvSpPr>
        <p:spPr>
          <a:xfrm flipH="1">
            <a:off x="457200" y="2887634"/>
            <a:ext cx="0" cy="216211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3" name="Shape 7"/>
          <p:cNvSpPr/>
          <p:nvPr/>
        </p:nvSpPr>
        <p:spPr>
          <a:xfrm>
            <a:off x="838960" y="3266988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4" name="Text 10"/>
          <p:cNvSpPr/>
          <p:nvPr/>
        </p:nvSpPr>
        <p:spPr>
          <a:xfrm>
            <a:off x="862496" y="324100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Detalle</a:t>
            </a:r>
            <a:r>
              <a:rPr lang="en-US" sz="900" b="1" dirty="0"/>
              <a:t> del </a:t>
            </a:r>
            <a:r>
              <a:rPr lang="en-US" sz="900" b="1" dirty="0" err="1"/>
              <a:t>Vuelo</a:t>
            </a:r>
            <a:endParaRPr lang="en-US" sz="900" b="1" dirty="0"/>
          </a:p>
        </p:txBody>
      </p:sp>
      <p:sp>
        <p:nvSpPr>
          <p:cNvPr id="85" name="Shape 58"/>
          <p:cNvSpPr/>
          <p:nvPr/>
        </p:nvSpPr>
        <p:spPr>
          <a:xfrm>
            <a:off x="6140887" y="3852993"/>
            <a:ext cx="0" cy="15240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6" name="Shape 36"/>
          <p:cNvSpPr/>
          <p:nvPr/>
        </p:nvSpPr>
        <p:spPr>
          <a:xfrm>
            <a:off x="6149340" y="2887187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7" name="Shape 36"/>
          <p:cNvSpPr/>
          <p:nvPr/>
        </p:nvSpPr>
        <p:spPr>
          <a:xfrm>
            <a:off x="6140887" y="2398386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cxnSp>
        <p:nvCxnSpPr>
          <p:cNvPr id="88" name="Conector recto 87"/>
          <p:cNvCxnSpPr/>
          <p:nvPr/>
        </p:nvCxnSpPr>
        <p:spPr>
          <a:xfrm flipV="1">
            <a:off x="2372289" y="3784323"/>
            <a:ext cx="0" cy="2210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Shape 36"/>
          <p:cNvSpPr/>
          <p:nvPr/>
        </p:nvSpPr>
        <p:spPr>
          <a:xfrm>
            <a:off x="6127561" y="1873753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2" name="Shape 7"/>
          <p:cNvSpPr/>
          <p:nvPr/>
        </p:nvSpPr>
        <p:spPr>
          <a:xfrm>
            <a:off x="1808514" y="3881949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cxnSp>
        <p:nvCxnSpPr>
          <p:cNvPr id="95" name="Conector recto 94"/>
          <p:cNvCxnSpPr/>
          <p:nvPr/>
        </p:nvCxnSpPr>
        <p:spPr>
          <a:xfrm flipV="1">
            <a:off x="467289" y="3789126"/>
            <a:ext cx="0" cy="2210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Shape 7"/>
          <p:cNvSpPr/>
          <p:nvPr/>
        </p:nvSpPr>
        <p:spPr>
          <a:xfrm>
            <a:off x="130258" y="3880895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7" name="Shape 36"/>
          <p:cNvSpPr/>
          <p:nvPr/>
        </p:nvSpPr>
        <p:spPr>
          <a:xfrm flipV="1">
            <a:off x="3059886" y="3170043"/>
            <a:ext cx="2443668" cy="893115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3" name="Text 10"/>
          <p:cNvSpPr/>
          <p:nvPr/>
        </p:nvSpPr>
        <p:spPr>
          <a:xfrm>
            <a:off x="1796417" y="3897791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900" b="1" dirty="0"/>
              <a:t>Volver a Ofertas</a:t>
            </a:r>
            <a:endParaRPr lang="en-US" sz="900" b="1" dirty="0"/>
          </a:p>
        </p:txBody>
      </p:sp>
      <p:sp>
        <p:nvSpPr>
          <p:cNvPr id="104" name="Text 10"/>
          <p:cNvSpPr/>
          <p:nvPr/>
        </p:nvSpPr>
        <p:spPr>
          <a:xfrm>
            <a:off x="130258" y="386525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Reservar</a:t>
            </a:r>
            <a:r>
              <a:rPr lang="en-US" sz="900" b="1" dirty="0"/>
              <a:t> </a:t>
            </a:r>
            <a:r>
              <a:rPr lang="en-US" sz="900" b="1" dirty="0" err="1"/>
              <a:t>Vuelo</a:t>
            </a:r>
            <a:endParaRPr lang="en-US" sz="900" b="1" dirty="0"/>
          </a:p>
        </p:txBody>
      </p:sp>
      <p:sp>
        <p:nvSpPr>
          <p:cNvPr id="105" name="Shape 36"/>
          <p:cNvSpPr/>
          <p:nvPr/>
        </p:nvSpPr>
        <p:spPr>
          <a:xfrm flipV="1">
            <a:off x="697991" y="1488224"/>
            <a:ext cx="5403871" cy="279925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</p:spTree>
    <p:extLst>
      <p:ext uri="{BB962C8B-B14F-4D97-AF65-F5344CB8AC3E}">
        <p14:creationId xmlns:p14="http://schemas.microsoft.com/office/powerpoint/2010/main" val="726481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3"/>
          <p:cNvSpPr/>
          <p:nvPr/>
        </p:nvSpPr>
        <p:spPr>
          <a:xfrm>
            <a:off x="4494457" y="4489567"/>
            <a:ext cx="1234440" cy="384048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5" name="Shape 5"/>
          <p:cNvSpPr/>
          <p:nvPr/>
        </p:nvSpPr>
        <p:spPr>
          <a:xfrm>
            <a:off x="1028700" y="4436621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65677" y="2120759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8533BF04-B0FB-25D0-FD71-D7B7110A3853}"/>
              </a:ext>
            </a:extLst>
          </p:cNvPr>
          <p:cNvSpPr/>
          <p:nvPr/>
        </p:nvSpPr>
        <p:spPr>
          <a:xfrm>
            <a:off x="5451529" y="2136041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 –  Aviaciones el C.O.S.O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0" y="685800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29684" y="941832"/>
            <a:ext cx="0" cy="29260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3520440" y="941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712464" y="1240385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03320" y="1242673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US" sz="900" dirty="0"/>
              <a:t>discounts.html</a:t>
            </a:r>
            <a:br>
              <a:rPr lang="es-US" sz="900" dirty="0"/>
            </a:br>
            <a:r>
              <a:rPr lang="es-US" sz="900" dirty="0"/>
              <a:t>(Descuentos)</a:t>
            </a:r>
            <a:endParaRPr lang="en-US" sz="900" b="1" dirty="0"/>
          </a:p>
        </p:txBody>
      </p:sp>
      <p:sp>
        <p:nvSpPr>
          <p:cNvPr id="11" name="Shape 9"/>
          <p:cNvSpPr/>
          <p:nvPr/>
        </p:nvSpPr>
        <p:spPr>
          <a:xfrm>
            <a:off x="2868575" y="2116736"/>
            <a:ext cx="1114733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US" dirty="0"/>
          </a:p>
        </p:txBody>
      </p:sp>
      <p:sp>
        <p:nvSpPr>
          <p:cNvPr id="12" name="Text 10"/>
          <p:cNvSpPr/>
          <p:nvPr/>
        </p:nvSpPr>
        <p:spPr>
          <a:xfrm>
            <a:off x="2807624" y="21109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Descuentos</a:t>
            </a:r>
            <a:r>
              <a:rPr lang="en-US" sz="900" b="1" dirty="0"/>
              <a:t> </a:t>
            </a:r>
            <a:r>
              <a:rPr lang="en-US" sz="900" b="1" dirty="0" err="1"/>
              <a:t>Familiares</a:t>
            </a:r>
            <a:endParaRPr lang="en-US" sz="900" b="1" dirty="0"/>
          </a:p>
        </p:txBody>
      </p:sp>
      <p:sp>
        <p:nvSpPr>
          <p:cNvPr id="13" name="Shape 11"/>
          <p:cNvSpPr/>
          <p:nvPr/>
        </p:nvSpPr>
        <p:spPr>
          <a:xfrm>
            <a:off x="908459" y="3696078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US" dirty="0"/>
          </a:p>
        </p:txBody>
      </p:sp>
      <p:sp>
        <p:nvSpPr>
          <p:cNvPr id="14" name="Text 12"/>
          <p:cNvSpPr/>
          <p:nvPr/>
        </p:nvSpPr>
        <p:spPr>
          <a:xfrm>
            <a:off x="908459" y="369945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21270" y="445515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US" dirty="0"/>
          </a:p>
        </p:txBody>
      </p:sp>
      <p:sp>
        <p:nvSpPr>
          <p:cNvPr id="17" name="Shape 15"/>
          <p:cNvSpPr/>
          <p:nvPr/>
        </p:nvSpPr>
        <p:spPr>
          <a:xfrm>
            <a:off x="3924707" y="3713033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06484" y="37088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 </a:t>
            </a:r>
            <a:r>
              <a:rPr lang="en-US" sz="9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63146" y="2823567"/>
            <a:ext cx="1234440" cy="384048"/>
          </a:xfrm>
          <a:prstGeom prst="rect">
            <a:avLst/>
          </a:prstGeom>
          <a:solidFill>
            <a:srgbClr val="2E7D32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US" dirty="0"/>
          </a:p>
        </p:txBody>
      </p:sp>
      <p:sp>
        <p:nvSpPr>
          <p:cNvPr id="22" name="Text 20"/>
          <p:cNvSpPr/>
          <p:nvPr/>
        </p:nvSpPr>
        <p:spPr>
          <a:xfrm>
            <a:off x="2114657" y="28404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chemeClr val="bg1"/>
                </a:solidFill>
              </a:rPr>
              <a:t>Estudiantes</a:t>
            </a:r>
            <a:r>
              <a:rPr lang="en-US" sz="900" dirty="0">
                <a:solidFill>
                  <a:schemeClr val="bg1"/>
                </a:solidFill>
              </a:rPr>
              <a:t> y </a:t>
            </a:r>
            <a:r>
              <a:rPr lang="en-US" sz="900" dirty="0" err="1">
                <a:solidFill>
                  <a:schemeClr val="bg1"/>
                </a:solidFill>
              </a:rPr>
              <a:t>jovenes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863340" y="2807254"/>
            <a:ext cx="1234440" cy="384048"/>
          </a:xfrm>
          <a:prstGeom prst="rect">
            <a:avLst/>
          </a:prstGeom>
          <a:solidFill>
            <a:srgbClr val="FB8C0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US" dirty="0"/>
          </a:p>
        </p:txBody>
      </p:sp>
      <p:sp>
        <p:nvSpPr>
          <p:cNvPr id="24" name="Text 22"/>
          <p:cNvSpPr/>
          <p:nvPr/>
        </p:nvSpPr>
        <p:spPr>
          <a:xfrm>
            <a:off x="3863340" y="279424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Ver </a:t>
            </a:r>
            <a:r>
              <a:rPr lang="en-US" sz="900" dirty="0" err="1"/>
              <a:t>beneficios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/>
              <a:t>(</a:t>
            </a:r>
            <a:r>
              <a:rPr lang="en-US" sz="900" dirty="0" err="1"/>
              <a:t>Detalles</a:t>
            </a:r>
            <a:r>
              <a:rPr lang="en-US" sz="900" dirty="0"/>
              <a:t> de </a:t>
            </a:r>
            <a:r>
              <a:rPr lang="en-US" sz="900" dirty="0" err="1"/>
              <a:t>descuentos</a:t>
            </a:r>
            <a:r>
              <a:rPr lang="en-US" sz="900" dirty="0"/>
              <a:t>)</a:t>
            </a:r>
          </a:p>
        </p:txBody>
      </p:sp>
      <p:sp>
        <p:nvSpPr>
          <p:cNvPr id="26" name="Text 24"/>
          <p:cNvSpPr/>
          <p:nvPr/>
        </p:nvSpPr>
        <p:spPr>
          <a:xfrm>
            <a:off x="4640580" y="4474285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b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3838194" y="1810710"/>
            <a:ext cx="11430" cy="307649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804664" y="1829054"/>
            <a:ext cx="0" cy="28205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1515674" y="3541405"/>
            <a:ext cx="1" cy="12029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4357297" y="3202399"/>
            <a:ext cx="0" cy="35059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3" name="Text 61"/>
          <p:cNvSpPr/>
          <p:nvPr/>
        </p:nvSpPr>
        <p:spPr>
          <a:xfrm>
            <a:off x="7320866" y="4540251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principal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999232" y="4484940"/>
            <a:ext cx="6411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/>
              <a:t>User.html</a:t>
            </a:r>
          </a:p>
          <a:p>
            <a:pPr marL="0" indent="0">
              <a:buNone/>
            </a:pPr>
            <a:r>
              <a:rPr lang="en-US" sz="750" dirty="0"/>
              <a:t>(Mi </a:t>
            </a:r>
            <a:r>
              <a:rPr lang="en-US" sz="750" dirty="0" err="1"/>
              <a:t>cuenta</a:t>
            </a:r>
            <a:r>
              <a:rPr lang="en-US" sz="750" dirty="0"/>
              <a:t>)</a:t>
            </a:r>
          </a:p>
        </p:txBody>
      </p:sp>
      <p:cxnSp>
        <p:nvCxnSpPr>
          <p:cNvPr id="40" name="Conector recto 39"/>
          <p:cNvCxnSpPr>
            <a:stCxn id="28" idx="0"/>
          </p:cNvCxnSpPr>
          <p:nvPr/>
        </p:nvCxnSpPr>
        <p:spPr>
          <a:xfrm>
            <a:off x="3849624" y="1810710"/>
            <a:ext cx="955040" cy="86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/>
          <p:cNvCxnSpPr>
            <a:endCxn id="7" idx="2"/>
          </p:cNvCxnSpPr>
          <p:nvPr/>
        </p:nvCxnSpPr>
        <p:spPr>
          <a:xfrm flipH="1" flipV="1">
            <a:off x="4329684" y="1624433"/>
            <a:ext cx="4572" cy="2157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10"/>
          <p:cNvSpPr/>
          <p:nvPr/>
        </p:nvSpPr>
        <p:spPr>
          <a:xfrm>
            <a:off x="4055240" y="21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Viajeros</a:t>
            </a:r>
            <a:r>
              <a:rPr lang="en-US" sz="900" b="1" dirty="0"/>
              <a:t> </a:t>
            </a:r>
            <a:r>
              <a:rPr lang="en-US" sz="900" b="1" dirty="0" err="1"/>
              <a:t>Frecuentes</a:t>
            </a:r>
            <a:endParaRPr lang="en-US" sz="900" b="1" dirty="0"/>
          </a:p>
        </p:txBody>
      </p:sp>
      <p:cxnSp>
        <p:nvCxnSpPr>
          <p:cNvPr id="76" name="Conector recto 75"/>
          <p:cNvCxnSpPr>
            <a:stCxn id="21" idx="3"/>
            <a:endCxn id="23" idx="1"/>
          </p:cNvCxnSpPr>
          <p:nvPr/>
        </p:nvCxnSpPr>
        <p:spPr>
          <a:xfrm flipV="1">
            <a:off x="3397586" y="2999278"/>
            <a:ext cx="465754" cy="1631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/>
          <p:cNvCxnSpPr/>
          <p:nvPr/>
        </p:nvCxnSpPr>
        <p:spPr>
          <a:xfrm flipV="1">
            <a:off x="3036687" y="2538478"/>
            <a:ext cx="0" cy="2210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/>
          <p:cNvCxnSpPr/>
          <p:nvPr/>
        </p:nvCxnSpPr>
        <p:spPr>
          <a:xfrm>
            <a:off x="1515675" y="3534867"/>
            <a:ext cx="3069727" cy="181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/>
          <p:cNvCxnSpPr/>
          <p:nvPr/>
        </p:nvCxnSpPr>
        <p:spPr>
          <a:xfrm flipV="1">
            <a:off x="3036687" y="3356855"/>
            <a:ext cx="0" cy="1780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Shape 36"/>
          <p:cNvSpPr/>
          <p:nvPr/>
        </p:nvSpPr>
        <p:spPr>
          <a:xfrm>
            <a:off x="4585402" y="3561030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cxnSp>
        <p:nvCxnSpPr>
          <p:cNvPr id="122" name="Conector recto 121"/>
          <p:cNvCxnSpPr>
            <a:cxnSpLocks/>
          </p:cNvCxnSpPr>
          <p:nvPr/>
        </p:nvCxnSpPr>
        <p:spPr>
          <a:xfrm>
            <a:off x="1525679" y="4241551"/>
            <a:ext cx="30463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Shape 36"/>
          <p:cNvSpPr/>
          <p:nvPr/>
        </p:nvSpPr>
        <p:spPr>
          <a:xfrm>
            <a:off x="4532222" y="4099997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6" name="Shape 36"/>
          <p:cNvSpPr/>
          <p:nvPr/>
        </p:nvSpPr>
        <p:spPr>
          <a:xfrm>
            <a:off x="1536777" y="4103127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29" name="Shape 36"/>
          <p:cNvSpPr/>
          <p:nvPr/>
        </p:nvSpPr>
        <p:spPr>
          <a:xfrm>
            <a:off x="1650133" y="4241551"/>
            <a:ext cx="0" cy="222501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34" name="Text 24"/>
          <p:cNvSpPr/>
          <p:nvPr/>
        </p:nvSpPr>
        <p:spPr>
          <a:xfrm>
            <a:off x="1172461" y="44158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Flights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(</a:t>
            </a:r>
            <a:r>
              <a:rPr lang="en-US" sz="900" dirty="0" err="1">
                <a:solidFill>
                  <a:schemeClr val="bg1"/>
                </a:solidFill>
              </a:rPr>
              <a:t>Ofertas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vuelos</a:t>
            </a:r>
            <a:r>
              <a:rPr lang="en-US" sz="9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37" name="Shape 58"/>
          <p:cNvSpPr/>
          <p:nvPr/>
        </p:nvSpPr>
        <p:spPr>
          <a:xfrm flipV="1">
            <a:off x="2173714" y="4639446"/>
            <a:ext cx="558163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  <p:txBody>
          <a:bodyPr/>
          <a:lstStyle/>
          <a:p>
            <a:endParaRPr lang="es-US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F45AFB37-9B20-659E-99DC-34466B7C650C}"/>
              </a:ext>
            </a:extLst>
          </p:cNvPr>
          <p:cNvSpPr/>
          <p:nvPr/>
        </p:nvSpPr>
        <p:spPr>
          <a:xfrm>
            <a:off x="5451529" y="213064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Ofertas</a:t>
            </a:r>
            <a:r>
              <a:rPr lang="en-US" sz="900" b="1" dirty="0"/>
              <a:t> </a:t>
            </a:r>
            <a:r>
              <a:rPr lang="en-US" sz="900" b="1" dirty="0" err="1"/>
              <a:t>Especiales</a:t>
            </a:r>
            <a:endParaRPr lang="en-US" sz="900" b="1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5452777-D258-C4FA-9746-0A2DB8985CB7}"/>
              </a:ext>
            </a:extLst>
          </p:cNvPr>
          <p:cNvCxnSpPr/>
          <p:nvPr/>
        </p:nvCxnSpPr>
        <p:spPr>
          <a:xfrm>
            <a:off x="4814316" y="1815295"/>
            <a:ext cx="955040" cy="86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hape 28">
            <a:extLst>
              <a:ext uri="{FF2B5EF4-FFF2-40B4-BE49-F238E27FC236}">
                <a16:creationId xmlns:a16="http://schemas.microsoft.com/office/drawing/2014/main" id="{89A30DBA-3002-DDBD-5EEC-EBD65E368162}"/>
              </a:ext>
            </a:extLst>
          </p:cNvPr>
          <p:cNvSpPr/>
          <p:nvPr/>
        </p:nvSpPr>
        <p:spPr>
          <a:xfrm>
            <a:off x="5744855" y="1829054"/>
            <a:ext cx="0" cy="28205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B0CB1D9B-B7A5-C2DA-F20F-F2025878AA1C}"/>
              </a:ext>
            </a:extLst>
          </p:cNvPr>
          <p:cNvSpPr/>
          <p:nvPr/>
        </p:nvSpPr>
        <p:spPr>
          <a:xfrm>
            <a:off x="3036687" y="2614663"/>
            <a:ext cx="0" cy="18779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  <p:txBody>
          <a:bodyPr/>
          <a:lstStyle/>
          <a:p>
            <a:endParaRPr lang="es-US" dirty="0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7C8AC084-ED33-576A-DC06-CB22C41D3C64}"/>
              </a:ext>
            </a:extLst>
          </p:cNvPr>
          <p:cNvSpPr/>
          <p:nvPr/>
        </p:nvSpPr>
        <p:spPr>
          <a:xfrm>
            <a:off x="3036687" y="3178294"/>
            <a:ext cx="0" cy="39247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  <p:txBody>
          <a:bodyPr/>
          <a:lstStyle/>
          <a:p>
            <a:endParaRPr lang="es-US" dirty="0"/>
          </a:p>
        </p:txBody>
      </p:sp>
      <p:sp>
        <p:nvSpPr>
          <p:cNvPr id="37" name="Shape 58">
            <a:extLst>
              <a:ext uri="{FF2B5EF4-FFF2-40B4-BE49-F238E27FC236}">
                <a16:creationId xmlns:a16="http://schemas.microsoft.com/office/drawing/2014/main" id="{9D88C1B5-4E3B-6827-48CD-D4C3A166BB0A}"/>
              </a:ext>
            </a:extLst>
          </p:cNvPr>
          <p:cNvSpPr/>
          <p:nvPr/>
        </p:nvSpPr>
        <p:spPr>
          <a:xfrm flipV="1">
            <a:off x="3955710" y="4639446"/>
            <a:ext cx="558163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  <p:txBody>
          <a:bodyPr/>
          <a:lstStyle/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46633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 –  Aviaciones el C.O.S.O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0" y="685800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29684" y="941832"/>
            <a:ext cx="0" cy="29260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3520440" y="941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US" dirty="0"/>
          </a:p>
        </p:txBody>
      </p:sp>
      <p:sp>
        <p:nvSpPr>
          <p:cNvPr id="8" name="Text 6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Convenios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hoteles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52294" y="21031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hotels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(Lista de hotels)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21031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US" dirty="0"/>
          </a:p>
        </p:txBody>
      </p:sp>
      <p:sp>
        <p:nvSpPr>
          <p:cNvPr id="16" name="Text 14"/>
          <p:cNvSpPr/>
          <p:nvPr/>
        </p:nvSpPr>
        <p:spPr>
          <a:xfrm>
            <a:off x="4297680" y="21031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hotels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(Ciudad/</a:t>
            </a:r>
            <a:r>
              <a:rPr lang="en-US" sz="9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46904" y="4872619"/>
            <a:ext cx="1045524" cy="211530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12466" y="4787769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38194" y="1633728"/>
            <a:ext cx="0" cy="484632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804664" y="1608131"/>
            <a:ext cx="0" cy="484632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71" name="Text 69"/>
          <p:cNvSpPr/>
          <p:nvPr/>
        </p:nvSpPr>
        <p:spPr>
          <a:xfrm>
            <a:off x="7498080" y="4572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/ Salida</a:t>
            </a:r>
            <a:endParaRPr lang="en-US" sz="750" dirty="0"/>
          </a:p>
        </p:txBody>
      </p:sp>
      <p:sp>
        <p:nvSpPr>
          <p:cNvPr id="73" name="Shape 44"/>
          <p:cNvSpPr/>
          <p:nvPr/>
        </p:nvSpPr>
        <p:spPr>
          <a:xfrm>
            <a:off x="4233170" y="4978384"/>
            <a:ext cx="713734" cy="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cxnSp>
        <p:nvCxnSpPr>
          <p:cNvPr id="40" name="Conector recto 39"/>
          <p:cNvCxnSpPr>
            <a:cxnSpLocks/>
          </p:cNvCxnSpPr>
          <p:nvPr/>
        </p:nvCxnSpPr>
        <p:spPr>
          <a:xfrm>
            <a:off x="3393695" y="3512265"/>
            <a:ext cx="13868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hape 40">
            <a:extLst>
              <a:ext uri="{FF2B5EF4-FFF2-40B4-BE49-F238E27FC236}">
                <a16:creationId xmlns:a16="http://schemas.microsoft.com/office/drawing/2014/main" id="{AA49FD2F-FFF1-6DE1-3A98-0FECEC303663}"/>
              </a:ext>
            </a:extLst>
          </p:cNvPr>
          <p:cNvSpPr/>
          <p:nvPr/>
        </p:nvSpPr>
        <p:spPr>
          <a:xfrm>
            <a:off x="3392423" y="2482285"/>
            <a:ext cx="1" cy="23082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BC67197C-FEF1-46C2-3A5E-0D5078B758AE}"/>
              </a:ext>
            </a:extLst>
          </p:cNvPr>
          <p:cNvSpPr/>
          <p:nvPr/>
        </p:nvSpPr>
        <p:spPr>
          <a:xfrm>
            <a:off x="4888483" y="2497525"/>
            <a:ext cx="1" cy="23082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5AC7E391-3FFD-AF8E-12A3-45932F2DC0D4}"/>
              </a:ext>
            </a:extLst>
          </p:cNvPr>
          <p:cNvSpPr/>
          <p:nvPr/>
        </p:nvSpPr>
        <p:spPr>
          <a:xfrm>
            <a:off x="2775203" y="2727332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84C9BCC-1420-B7C3-00D7-4CD9CEEF8FE6}"/>
              </a:ext>
            </a:extLst>
          </p:cNvPr>
          <p:cNvSpPr txBox="1"/>
          <p:nvPr/>
        </p:nvSpPr>
        <p:spPr>
          <a:xfrm>
            <a:off x="2898014" y="2791523"/>
            <a:ext cx="1188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Seleccionar hotel</a:t>
            </a:r>
            <a:endParaRPr lang="es-US" sz="900" b="1" dirty="0"/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4B00FDB5-B6C8-8B13-2F40-08A38A2657BF}"/>
              </a:ext>
            </a:extLst>
          </p:cNvPr>
          <p:cNvSpPr/>
          <p:nvPr/>
        </p:nvSpPr>
        <p:spPr>
          <a:xfrm>
            <a:off x="4255703" y="2738012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E12AA2B-D30D-7B3C-E2BC-6855571D9A98}"/>
              </a:ext>
            </a:extLst>
          </p:cNvPr>
          <p:cNvSpPr txBox="1"/>
          <p:nvPr/>
        </p:nvSpPr>
        <p:spPr>
          <a:xfrm>
            <a:off x="4193610" y="2802987"/>
            <a:ext cx="13806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Resultados de </a:t>
            </a:r>
            <a:r>
              <a:rPr lang="es-ES" sz="900" b="1" dirty="0" err="1"/>
              <a:t>busqueda</a:t>
            </a:r>
            <a:endParaRPr lang="es-US" sz="900" b="1" dirty="0"/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3BA68C47-76E8-E096-AFF0-51B8CEC8867A}"/>
              </a:ext>
            </a:extLst>
          </p:cNvPr>
          <p:cNvCxnSpPr>
            <a:cxnSpLocks/>
          </p:cNvCxnSpPr>
          <p:nvPr/>
        </p:nvCxnSpPr>
        <p:spPr>
          <a:xfrm flipH="1">
            <a:off x="3392423" y="3111380"/>
            <a:ext cx="1272" cy="3977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07B2CCBC-0829-E25F-3342-F2E18465FF43}"/>
              </a:ext>
            </a:extLst>
          </p:cNvPr>
          <p:cNvCxnSpPr>
            <a:cxnSpLocks/>
          </p:cNvCxnSpPr>
          <p:nvPr/>
        </p:nvCxnSpPr>
        <p:spPr>
          <a:xfrm>
            <a:off x="4780535" y="3133471"/>
            <a:ext cx="0" cy="37879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Shape 36">
            <a:extLst>
              <a:ext uri="{FF2B5EF4-FFF2-40B4-BE49-F238E27FC236}">
                <a16:creationId xmlns:a16="http://schemas.microsoft.com/office/drawing/2014/main" id="{3E7F6EDF-0809-89BB-D065-9A6E216EF476}"/>
              </a:ext>
            </a:extLst>
          </p:cNvPr>
          <p:cNvSpPr/>
          <p:nvPr/>
        </p:nvSpPr>
        <p:spPr>
          <a:xfrm>
            <a:off x="4032504" y="3509171"/>
            <a:ext cx="0" cy="15859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93" name="Shape 11">
            <a:extLst>
              <a:ext uri="{FF2B5EF4-FFF2-40B4-BE49-F238E27FC236}">
                <a16:creationId xmlns:a16="http://schemas.microsoft.com/office/drawing/2014/main" id="{9D3F5BA5-2E9E-ED0B-CAC6-D2FCE97709FB}"/>
              </a:ext>
            </a:extLst>
          </p:cNvPr>
          <p:cNvSpPr/>
          <p:nvPr/>
        </p:nvSpPr>
        <p:spPr>
          <a:xfrm>
            <a:off x="3415284" y="3677737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7946D0B9-0E53-DC13-0A52-8DD8D490DD3F}"/>
              </a:ext>
            </a:extLst>
          </p:cNvPr>
          <p:cNvSpPr txBox="1"/>
          <p:nvPr/>
        </p:nvSpPr>
        <p:spPr>
          <a:xfrm>
            <a:off x="3469514" y="3715872"/>
            <a:ext cx="1149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bg1"/>
                </a:solidFill>
              </a:rPr>
              <a:t>Detalle del hotel</a:t>
            </a:r>
          </a:p>
          <a:p>
            <a:r>
              <a:rPr lang="es-US" sz="700" b="1" dirty="0">
                <a:solidFill>
                  <a:schemeClr val="bg1"/>
                </a:solidFill>
              </a:rPr>
              <a:t>(Servicios / Precio / Fotos)</a:t>
            </a:r>
          </a:p>
        </p:txBody>
      </p:sp>
      <p:sp>
        <p:nvSpPr>
          <p:cNvPr id="95" name="Shape 7">
            <a:extLst>
              <a:ext uri="{FF2B5EF4-FFF2-40B4-BE49-F238E27FC236}">
                <a16:creationId xmlns:a16="http://schemas.microsoft.com/office/drawing/2014/main" id="{B922862A-C1E6-1CFA-811B-0C36D3DED64F}"/>
              </a:ext>
            </a:extLst>
          </p:cNvPr>
          <p:cNvSpPr/>
          <p:nvPr/>
        </p:nvSpPr>
        <p:spPr>
          <a:xfrm>
            <a:off x="1907034" y="4333058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6" name="Shape 7">
            <a:extLst>
              <a:ext uri="{FF2B5EF4-FFF2-40B4-BE49-F238E27FC236}">
                <a16:creationId xmlns:a16="http://schemas.microsoft.com/office/drawing/2014/main" id="{35A3C041-17E4-194C-882C-AF7EC121C100}"/>
              </a:ext>
            </a:extLst>
          </p:cNvPr>
          <p:cNvSpPr/>
          <p:nvPr/>
        </p:nvSpPr>
        <p:spPr>
          <a:xfrm>
            <a:off x="4487800" y="433643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B0A109D9-BFA8-264F-A757-ABEE5BF8D589}"/>
              </a:ext>
            </a:extLst>
          </p:cNvPr>
          <p:cNvCxnSpPr>
            <a:cxnSpLocks/>
          </p:cNvCxnSpPr>
          <p:nvPr/>
        </p:nvCxnSpPr>
        <p:spPr>
          <a:xfrm>
            <a:off x="2473960" y="4197421"/>
            <a:ext cx="27432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Shape 36">
            <a:extLst>
              <a:ext uri="{FF2B5EF4-FFF2-40B4-BE49-F238E27FC236}">
                <a16:creationId xmlns:a16="http://schemas.microsoft.com/office/drawing/2014/main" id="{804B530E-656C-27A0-2C81-4C6CBEA27563}"/>
              </a:ext>
            </a:extLst>
          </p:cNvPr>
          <p:cNvSpPr/>
          <p:nvPr/>
        </p:nvSpPr>
        <p:spPr>
          <a:xfrm>
            <a:off x="3977640" y="4069405"/>
            <a:ext cx="0" cy="15097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3" name="Shape 36">
            <a:extLst>
              <a:ext uri="{FF2B5EF4-FFF2-40B4-BE49-F238E27FC236}">
                <a16:creationId xmlns:a16="http://schemas.microsoft.com/office/drawing/2014/main" id="{01DD8F4B-0188-6899-CB39-4D3E18A98AB2}"/>
              </a:ext>
            </a:extLst>
          </p:cNvPr>
          <p:cNvSpPr/>
          <p:nvPr/>
        </p:nvSpPr>
        <p:spPr>
          <a:xfrm>
            <a:off x="2484120" y="4197421"/>
            <a:ext cx="0" cy="124182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4" name="Shape 36">
            <a:extLst>
              <a:ext uri="{FF2B5EF4-FFF2-40B4-BE49-F238E27FC236}">
                <a16:creationId xmlns:a16="http://schemas.microsoft.com/office/drawing/2014/main" id="{32C5BE34-5D93-3E5C-E816-7F4F128FC28C}"/>
              </a:ext>
            </a:extLst>
          </p:cNvPr>
          <p:cNvSpPr/>
          <p:nvPr/>
        </p:nvSpPr>
        <p:spPr>
          <a:xfrm>
            <a:off x="5217160" y="4185460"/>
            <a:ext cx="0" cy="150970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A7407A86-5727-AC83-47BB-FB3235DF4CA3}"/>
              </a:ext>
            </a:extLst>
          </p:cNvPr>
          <p:cNvSpPr txBox="1"/>
          <p:nvPr/>
        </p:nvSpPr>
        <p:spPr>
          <a:xfrm>
            <a:off x="2052573" y="4419769"/>
            <a:ext cx="9875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Reservar hotel</a:t>
            </a:r>
            <a:endParaRPr lang="es-US" sz="900" b="1" dirty="0"/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07BF9958-6559-A4B3-BF21-EC9AF3F8BB7D}"/>
              </a:ext>
            </a:extLst>
          </p:cNvPr>
          <p:cNvSpPr txBox="1"/>
          <p:nvPr/>
        </p:nvSpPr>
        <p:spPr>
          <a:xfrm>
            <a:off x="4619372" y="4413038"/>
            <a:ext cx="9992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Volver a hoteles</a:t>
            </a:r>
            <a:endParaRPr lang="es-US" sz="900" b="1" dirty="0"/>
          </a:p>
        </p:txBody>
      </p:sp>
      <p:sp>
        <p:nvSpPr>
          <p:cNvPr id="107" name="Shape 11">
            <a:extLst>
              <a:ext uri="{FF2B5EF4-FFF2-40B4-BE49-F238E27FC236}">
                <a16:creationId xmlns:a16="http://schemas.microsoft.com/office/drawing/2014/main" id="{4AD29DB8-01A6-4705-D3DA-F24294BF6FB5}"/>
              </a:ext>
            </a:extLst>
          </p:cNvPr>
          <p:cNvSpPr/>
          <p:nvPr/>
        </p:nvSpPr>
        <p:spPr>
          <a:xfrm>
            <a:off x="3320420" y="4862539"/>
            <a:ext cx="932173" cy="264758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66B5283B-DE73-0230-35DD-A4788D62D211}"/>
              </a:ext>
            </a:extLst>
          </p:cNvPr>
          <p:cNvSpPr txBox="1"/>
          <p:nvPr/>
        </p:nvSpPr>
        <p:spPr>
          <a:xfrm>
            <a:off x="3356421" y="4892040"/>
            <a:ext cx="86017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dirty="0"/>
              <a:t>Confirmar reserva</a:t>
            </a:r>
            <a:endParaRPr lang="es-US" sz="700" dirty="0"/>
          </a:p>
        </p:txBody>
      </p: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A5131FE8-C0BF-EFAB-2CEC-26D4907DB8DB}"/>
              </a:ext>
            </a:extLst>
          </p:cNvPr>
          <p:cNvCxnSpPr>
            <a:cxnSpLocks/>
          </p:cNvCxnSpPr>
          <p:nvPr/>
        </p:nvCxnSpPr>
        <p:spPr>
          <a:xfrm>
            <a:off x="2614484" y="4780149"/>
            <a:ext cx="27432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Shape 36">
            <a:extLst>
              <a:ext uri="{FF2B5EF4-FFF2-40B4-BE49-F238E27FC236}">
                <a16:creationId xmlns:a16="http://schemas.microsoft.com/office/drawing/2014/main" id="{5944F000-3A35-15DD-2B23-1408DECBABAE}"/>
              </a:ext>
            </a:extLst>
          </p:cNvPr>
          <p:cNvSpPr/>
          <p:nvPr/>
        </p:nvSpPr>
        <p:spPr>
          <a:xfrm>
            <a:off x="2636520" y="4717106"/>
            <a:ext cx="0" cy="6304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12" name="Shape 36">
            <a:extLst>
              <a:ext uri="{FF2B5EF4-FFF2-40B4-BE49-F238E27FC236}">
                <a16:creationId xmlns:a16="http://schemas.microsoft.com/office/drawing/2014/main" id="{289E2D03-7128-A5F5-0B22-D333D6E41402}"/>
              </a:ext>
            </a:extLst>
          </p:cNvPr>
          <p:cNvSpPr/>
          <p:nvPr/>
        </p:nvSpPr>
        <p:spPr>
          <a:xfrm>
            <a:off x="5207000" y="4720478"/>
            <a:ext cx="0" cy="6304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113" name="Shape 36">
            <a:extLst>
              <a:ext uri="{FF2B5EF4-FFF2-40B4-BE49-F238E27FC236}">
                <a16:creationId xmlns:a16="http://schemas.microsoft.com/office/drawing/2014/main" id="{3C198957-8E29-0BC2-A61B-1F864645EE73}"/>
              </a:ext>
            </a:extLst>
          </p:cNvPr>
          <p:cNvSpPr/>
          <p:nvPr/>
        </p:nvSpPr>
        <p:spPr>
          <a:xfrm>
            <a:off x="3799840" y="4806463"/>
            <a:ext cx="0" cy="6304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</p:spTree>
    <p:extLst>
      <p:ext uri="{BB962C8B-B14F-4D97-AF65-F5344CB8AC3E}">
        <p14:creationId xmlns:p14="http://schemas.microsoft.com/office/powerpoint/2010/main" val="349752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 –  Aviaciones el C.O.S.O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206240" y="685800"/>
            <a:ext cx="256032" cy="25603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29684" y="941832"/>
            <a:ext cx="0" cy="292608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3520440" y="941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3685097" y="1260497"/>
            <a:ext cx="123444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12464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54169" y="2133995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US" dirty="0"/>
          </a:p>
        </p:txBody>
      </p:sp>
      <p:sp>
        <p:nvSpPr>
          <p:cNvPr id="10" name="Text 8"/>
          <p:cNvSpPr/>
          <p:nvPr/>
        </p:nvSpPr>
        <p:spPr>
          <a:xfrm>
            <a:off x="3685097" y="131275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US" sz="900" b="1" dirty="0"/>
              <a:t>customer-service.html</a:t>
            </a:r>
          </a:p>
          <a:p>
            <a:pPr algn="ctr"/>
            <a:r>
              <a:rPr lang="es-US" sz="900" b="1" dirty="0"/>
              <a:t>(</a:t>
            </a:r>
            <a:r>
              <a:rPr lang="es-US" sz="900" b="1" dirty="0" err="1"/>
              <a:t>Atencion</a:t>
            </a:r>
            <a:r>
              <a:rPr lang="es-US" sz="900" b="1" dirty="0"/>
              <a:t> al cliente)</a:t>
            </a:r>
            <a:r>
              <a:rPr lang="es-US" sz="900" dirty="0"/>
              <a:t/>
            </a:r>
            <a:br>
              <a:rPr lang="es-US" sz="900" dirty="0"/>
            </a:br>
            <a:endParaRPr lang="en-US" sz="900" b="1" dirty="0"/>
          </a:p>
        </p:txBody>
      </p:sp>
      <p:sp>
        <p:nvSpPr>
          <p:cNvPr id="11" name="Shape 9"/>
          <p:cNvSpPr/>
          <p:nvPr/>
        </p:nvSpPr>
        <p:spPr>
          <a:xfrm>
            <a:off x="2916429" y="2116736"/>
            <a:ext cx="1114733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56356" y="2117325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/>
              <a:t>Preguntas</a:t>
            </a:r>
            <a:r>
              <a:rPr lang="en-US" sz="900" b="1" dirty="0"/>
              <a:t> </a:t>
            </a:r>
            <a:r>
              <a:rPr lang="en-US" sz="900" b="1" dirty="0" err="1"/>
              <a:t>frecuentes</a:t>
            </a:r>
            <a:endParaRPr lang="en-US" sz="900" b="1" dirty="0"/>
          </a:p>
        </p:txBody>
      </p:sp>
      <p:sp>
        <p:nvSpPr>
          <p:cNvPr id="13" name="Shape 11"/>
          <p:cNvSpPr/>
          <p:nvPr/>
        </p:nvSpPr>
        <p:spPr>
          <a:xfrm>
            <a:off x="872833" y="3117831"/>
            <a:ext cx="1087298" cy="340474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4776" y="3110949"/>
            <a:ext cx="1087295" cy="362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b="1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62263" y="3123575"/>
            <a:ext cx="1105927" cy="324437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57144" y="3174540"/>
            <a:ext cx="955392" cy="215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/>
              <a:t>Informacion</a:t>
            </a:r>
            <a:r>
              <a:rPr lang="en-US" sz="900" b="1" dirty="0"/>
              <a:t> de </a:t>
            </a:r>
            <a:r>
              <a:rPr lang="en-US" sz="900" b="1" dirty="0" err="1"/>
              <a:t>soporte</a:t>
            </a:r>
            <a:endParaRPr lang="en-US" sz="900" b="1" dirty="0"/>
          </a:p>
        </p:txBody>
      </p:sp>
      <p:sp>
        <p:nvSpPr>
          <p:cNvPr id="22" name="Text 20"/>
          <p:cNvSpPr/>
          <p:nvPr/>
        </p:nvSpPr>
        <p:spPr>
          <a:xfrm>
            <a:off x="2335021" y="255059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user.html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 Cuenta)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32168" y="3374152"/>
            <a:ext cx="1234440" cy="384048"/>
          </a:xfrm>
          <a:prstGeom prst="rect">
            <a:avLst/>
          </a:prstGeom>
          <a:solidFill>
            <a:srgbClr val="B71C1C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10139" y="33529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logout.html</a:t>
            </a:r>
            <a:b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>
            <a:off x="3838194" y="1810710"/>
            <a:ext cx="11430" cy="307649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804664" y="1829054"/>
            <a:ext cx="0" cy="28205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1416482" y="2982250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6053882" y="2828031"/>
            <a:ext cx="7755" cy="569236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cxnSp>
        <p:nvCxnSpPr>
          <p:cNvPr id="40" name="Conector recto 39"/>
          <p:cNvCxnSpPr>
            <a:stCxn id="28" idx="0"/>
          </p:cNvCxnSpPr>
          <p:nvPr/>
        </p:nvCxnSpPr>
        <p:spPr>
          <a:xfrm>
            <a:off x="3849624" y="1810710"/>
            <a:ext cx="955040" cy="86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/>
          <p:cNvCxnSpPr>
            <a:endCxn id="7" idx="2"/>
          </p:cNvCxnSpPr>
          <p:nvPr/>
        </p:nvCxnSpPr>
        <p:spPr>
          <a:xfrm flipH="1" flipV="1">
            <a:off x="4302317" y="1644545"/>
            <a:ext cx="4572" cy="21573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 10"/>
          <p:cNvSpPr/>
          <p:nvPr/>
        </p:nvSpPr>
        <p:spPr>
          <a:xfrm>
            <a:off x="3305009" y="2122201"/>
            <a:ext cx="20310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/>
              <a:t>	</a:t>
            </a:r>
            <a:r>
              <a:rPr lang="en-US" sz="900" b="1" dirty="0" err="1"/>
              <a:t>Contacto</a:t>
            </a:r>
            <a:r>
              <a:rPr lang="en-US" sz="900" b="1" dirty="0"/>
              <a:t> </a:t>
            </a:r>
            <a:r>
              <a:rPr lang="en-US" sz="900" b="1" dirty="0" err="1"/>
              <a:t>por</a:t>
            </a:r>
            <a:r>
              <a:rPr lang="en-US" sz="900" b="1" dirty="0"/>
              <a:t> email</a:t>
            </a:r>
          </a:p>
        </p:txBody>
      </p:sp>
      <p:cxnSp>
        <p:nvCxnSpPr>
          <p:cNvPr id="76" name="Conector recto 75"/>
          <p:cNvCxnSpPr>
            <a:cxnSpLocks/>
          </p:cNvCxnSpPr>
          <p:nvPr/>
        </p:nvCxnSpPr>
        <p:spPr>
          <a:xfrm>
            <a:off x="1839375" y="2789863"/>
            <a:ext cx="4290409" cy="169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/>
          <p:cNvCxnSpPr>
            <a:cxnSpLocks/>
          </p:cNvCxnSpPr>
          <p:nvPr/>
        </p:nvCxnSpPr>
        <p:spPr>
          <a:xfrm flipV="1">
            <a:off x="1839375" y="2469618"/>
            <a:ext cx="0" cy="3169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/>
          <p:cNvCxnSpPr/>
          <p:nvPr/>
        </p:nvCxnSpPr>
        <p:spPr>
          <a:xfrm>
            <a:off x="1416482" y="2951848"/>
            <a:ext cx="3069727" cy="181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/>
          <p:cNvCxnSpPr/>
          <p:nvPr/>
        </p:nvCxnSpPr>
        <p:spPr>
          <a:xfrm flipV="1">
            <a:off x="2911311" y="2786593"/>
            <a:ext cx="0" cy="1780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Shape 36"/>
          <p:cNvSpPr/>
          <p:nvPr/>
        </p:nvSpPr>
        <p:spPr>
          <a:xfrm>
            <a:off x="4466492" y="2982250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E25330A8-56C8-BBA7-E3D0-91C780809A1A}"/>
              </a:ext>
            </a:extLst>
          </p:cNvPr>
          <p:cNvSpPr/>
          <p:nvPr/>
        </p:nvSpPr>
        <p:spPr>
          <a:xfrm>
            <a:off x="5604744" y="2108369"/>
            <a:ext cx="1114733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38C9AED-BE58-B14F-4B77-0A7C624A0D3E}"/>
              </a:ext>
            </a:extLst>
          </p:cNvPr>
          <p:cNvSpPr txBox="1"/>
          <p:nvPr/>
        </p:nvSpPr>
        <p:spPr>
          <a:xfrm>
            <a:off x="5554923" y="2198940"/>
            <a:ext cx="13656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 err="1"/>
              <a:t>Telefono</a:t>
            </a:r>
            <a:r>
              <a:rPr lang="es-ES" sz="900" b="1" dirty="0"/>
              <a:t> de </a:t>
            </a:r>
            <a:r>
              <a:rPr lang="es-ES" sz="900" b="1" dirty="0" err="1"/>
              <a:t>atencion</a:t>
            </a:r>
            <a:endParaRPr lang="es-US" sz="900" b="1" dirty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CFBAE16-0548-015C-C265-EBD6797CD996}"/>
              </a:ext>
            </a:extLst>
          </p:cNvPr>
          <p:cNvCxnSpPr>
            <a:cxnSpLocks/>
          </p:cNvCxnSpPr>
          <p:nvPr/>
        </p:nvCxnSpPr>
        <p:spPr>
          <a:xfrm>
            <a:off x="4798509" y="1822270"/>
            <a:ext cx="1338641" cy="67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hape 28">
            <a:extLst>
              <a:ext uri="{FF2B5EF4-FFF2-40B4-BE49-F238E27FC236}">
                <a16:creationId xmlns:a16="http://schemas.microsoft.com/office/drawing/2014/main" id="{D5148735-4B86-5349-6189-98B9F2AF3CDC}"/>
              </a:ext>
            </a:extLst>
          </p:cNvPr>
          <p:cNvSpPr/>
          <p:nvPr/>
        </p:nvSpPr>
        <p:spPr>
          <a:xfrm>
            <a:off x="6129784" y="1826316"/>
            <a:ext cx="0" cy="28205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5DF2F154-4894-1518-39D1-B23C2B10860D}"/>
              </a:ext>
            </a:extLst>
          </p:cNvPr>
          <p:cNvSpPr/>
          <p:nvPr/>
        </p:nvSpPr>
        <p:spPr>
          <a:xfrm>
            <a:off x="1354872" y="2113448"/>
            <a:ext cx="1114733" cy="384048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6C736FD-B263-D96D-10BE-D6F6390C6E88}"/>
              </a:ext>
            </a:extLst>
          </p:cNvPr>
          <p:cNvSpPr txBox="1"/>
          <p:nvPr/>
        </p:nvSpPr>
        <p:spPr>
          <a:xfrm>
            <a:off x="1383446" y="2190782"/>
            <a:ext cx="12042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Horarios de soporte</a:t>
            </a:r>
            <a:endParaRPr lang="es-US" sz="900" b="1" dirty="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EDBC450F-9756-8B9B-67B6-B8E9909B6D06}"/>
              </a:ext>
            </a:extLst>
          </p:cNvPr>
          <p:cNvCxnSpPr>
            <a:cxnSpLocks/>
          </p:cNvCxnSpPr>
          <p:nvPr/>
        </p:nvCxnSpPr>
        <p:spPr>
          <a:xfrm>
            <a:off x="1912238" y="1810121"/>
            <a:ext cx="1925956" cy="37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hape 26">
            <a:extLst>
              <a:ext uri="{FF2B5EF4-FFF2-40B4-BE49-F238E27FC236}">
                <a16:creationId xmlns:a16="http://schemas.microsoft.com/office/drawing/2014/main" id="{24F4E458-259F-6378-97E9-5AEAC8C874A9}"/>
              </a:ext>
            </a:extLst>
          </p:cNvPr>
          <p:cNvSpPr/>
          <p:nvPr/>
        </p:nvSpPr>
        <p:spPr>
          <a:xfrm flipH="1">
            <a:off x="1923668" y="1810710"/>
            <a:ext cx="0" cy="290395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B04A74FE-BC33-B987-2E7D-D14BA55DF559}"/>
              </a:ext>
            </a:extLst>
          </p:cNvPr>
          <p:cNvCxnSpPr>
            <a:cxnSpLocks/>
          </p:cNvCxnSpPr>
          <p:nvPr/>
        </p:nvCxnSpPr>
        <p:spPr>
          <a:xfrm flipV="1">
            <a:off x="3419646" y="2518043"/>
            <a:ext cx="0" cy="2685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DE40545B-A85F-E967-E390-4B44A44B1046}"/>
              </a:ext>
            </a:extLst>
          </p:cNvPr>
          <p:cNvCxnSpPr>
            <a:cxnSpLocks/>
          </p:cNvCxnSpPr>
          <p:nvPr/>
        </p:nvCxnSpPr>
        <p:spPr>
          <a:xfrm flipV="1">
            <a:off x="4765552" y="2518043"/>
            <a:ext cx="0" cy="2685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2579B795-73B5-BE58-BB7A-7EAA8A2216B1}"/>
              </a:ext>
            </a:extLst>
          </p:cNvPr>
          <p:cNvCxnSpPr>
            <a:cxnSpLocks/>
          </p:cNvCxnSpPr>
          <p:nvPr/>
        </p:nvCxnSpPr>
        <p:spPr>
          <a:xfrm flipV="1">
            <a:off x="6129784" y="2487106"/>
            <a:ext cx="0" cy="3112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hape 9">
            <a:extLst>
              <a:ext uri="{FF2B5EF4-FFF2-40B4-BE49-F238E27FC236}">
                <a16:creationId xmlns:a16="http://schemas.microsoft.com/office/drawing/2014/main" id="{4B1CCA2D-23A4-4368-4ED8-432E22D35604}"/>
              </a:ext>
            </a:extLst>
          </p:cNvPr>
          <p:cNvSpPr/>
          <p:nvPr/>
        </p:nvSpPr>
        <p:spPr>
          <a:xfrm>
            <a:off x="2382724" y="3711397"/>
            <a:ext cx="1039579" cy="324437"/>
          </a:xfrm>
          <a:prstGeom prst="roundRect">
            <a:avLst>
              <a:gd name="adj" fmla="val 28571"/>
            </a:avLst>
          </a:prstGeom>
          <a:solidFill>
            <a:srgbClr val="E3F2FD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33D6827-897C-5584-E0D9-BB533B1A50FE}"/>
              </a:ext>
            </a:extLst>
          </p:cNvPr>
          <p:cNvSpPr txBox="1"/>
          <p:nvPr/>
        </p:nvSpPr>
        <p:spPr>
          <a:xfrm>
            <a:off x="2454185" y="3758200"/>
            <a:ext cx="9244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Enviar consulta</a:t>
            </a:r>
            <a:endParaRPr lang="es-US" sz="900" b="1" dirty="0"/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E6D383FF-5443-B018-BDB6-2409205E1C9C}"/>
              </a:ext>
            </a:extLst>
          </p:cNvPr>
          <p:cNvCxnSpPr/>
          <p:nvPr/>
        </p:nvCxnSpPr>
        <p:spPr>
          <a:xfrm>
            <a:off x="1467173" y="3596104"/>
            <a:ext cx="3069727" cy="181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3D68F535-C1AB-E26E-5BD7-B25038D6DD31}"/>
              </a:ext>
            </a:extLst>
          </p:cNvPr>
          <p:cNvCxnSpPr>
            <a:cxnSpLocks/>
          </p:cNvCxnSpPr>
          <p:nvPr/>
        </p:nvCxnSpPr>
        <p:spPr>
          <a:xfrm flipV="1">
            <a:off x="1473840" y="3479617"/>
            <a:ext cx="0" cy="11541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5CFF51DD-5CE5-5217-F438-FFCFAF72EFC4}"/>
              </a:ext>
            </a:extLst>
          </p:cNvPr>
          <p:cNvCxnSpPr>
            <a:cxnSpLocks/>
          </p:cNvCxnSpPr>
          <p:nvPr/>
        </p:nvCxnSpPr>
        <p:spPr>
          <a:xfrm flipV="1">
            <a:off x="4531288" y="3472999"/>
            <a:ext cx="0" cy="1321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Shape 36">
            <a:extLst>
              <a:ext uri="{FF2B5EF4-FFF2-40B4-BE49-F238E27FC236}">
                <a16:creationId xmlns:a16="http://schemas.microsoft.com/office/drawing/2014/main" id="{3D05D319-E32A-ACFB-B5BE-FD4927427B50}"/>
              </a:ext>
            </a:extLst>
          </p:cNvPr>
          <p:cNvSpPr/>
          <p:nvPr/>
        </p:nvSpPr>
        <p:spPr>
          <a:xfrm>
            <a:off x="2939781" y="3595034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6008F464-6E13-7809-7352-F039CD1BDEB4}"/>
              </a:ext>
            </a:extLst>
          </p:cNvPr>
          <p:cNvSpPr/>
          <p:nvPr/>
        </p:nvSpPr>
        <p:spPr>
          <a:xfrm>
            <a:off x="894032" y="4322940"/>
            <a:ext cx="1087298" cy="340474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B9676E9-2592-9C6C-241F-FCEF88B1F998}"/>
              </a:ext>
            </a:extLst>
          </p:cNvPr>
          <p:cNvSpPr txBox="1"/>
          <p:nvPr/>
        </p:nvSpPr>
        <p:spPr>
          <a:xfrm>
            <a:off x="872833" y="4358489"/>
            <a:ext cx="12995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 err="1"/>
              <a:t>Confirmacion</a:t>
            </a:r>
            <a:r>
              <a:rPr lang="es-ES" sz="800" b="1" dirty="0"/>
              <a:t> de </a:t>
            </a:r>
            <a:r>
              <a:rPr lang="es-ES" sz="800" b="1" dirty="0" err="1"/>
              <a:t>envio</a:t>
            </a:r>
            <a:endParaRPr lang="es-US" sz="800" b="1" dirty="0"/>
          </a:p>
        </p:txBody>
      </p:sp>
      <p:sp>
        <p:nvSpPr>
          <p:cNvPr id="72" name="Shape 11">
            <a:extLst>
              <a:ext uri="{FF2B5EF4-FFF2-40B4-BE49-F238E27FC236}">
                <a16:creationId xmlns:a16="http://schemas.microsoft.com/office/drawing/2014/main" id="{3789B4D1-8C98-38B8-2167-309A92E7D0AB}"/>
              </a:ext>
            </a:extLst>
          </p:cNvPr>
          <p:cNvSpPr/>
          <p:nvPr/>
        </p:nvSpPr>
        <p:spPr>
          <a:xfrm>
            <a:off x="3692748" y="4322940"/>
            <a:ext cx="1087298" cy="340474"/>
          </a:xfrm>
          <a:prstGeom prst="roundRect">
            <a:avLst>
              <a:gd name="adj" fmla="val 28571"/>
            </a:avLst>
          </a:prstGeom>
          <a:solidFill>
            <a:srgbClr val="42A5F5"/>
          </a:solidFill>
          <a:ln w="1905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3B3E7157-C194-DD56-ABBB-0555B947198E}"/>
              </a:ext>
            </a:extLst>
          </p:cNvPr>
          <p:cNvSpPr txBox="1"/>
          <p:nvPr/>
        </p:nvSpPr>
        <p:spPr>
          <a:xfrm>
            <a:off x="3620025" y="4381435"/>
            <a:ext cx="12995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/>
              <a:t>Volver atención al cliente</a:t>
            </a:r>
            <a:endParaRPr lang="es-US" sz="800" b="1" dirty="0"/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AA2CE5B4-2311-4381-9941-1B27F3327E96}"/>
              </a:ext>
            </a:extLst>
          </p:cNvPr>
          <p:cNvCxnSpPr/>
          <p:nvPr/>
        </p:nvCxnSpPr>
        <p:spPr>
          <a:xfrm>
            <a:off x="1416481" y="4113933"/>
            <a:ext cx="3069727" cy="1812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hape 36">
            <a:extLst>
              <a:ext uri="{FF2B5EF4-FFF2-40B4-BE49-F238E27FC236}">
                <a16:creationId xmlns:a16="http://schemas.microsoft.com/office/drawing/2014/main" id="{6CA7C1D1-CEE6-F33C-C426-2A9EAA5B3FD4}"/>
              </a:ext>
            </a:extLst>
          </p:cNvPr>
          <p:cNvSpPr/>
          <p:nvPr/>
        </p:nvSpPr>
        <p:spPr>
          <a:xfrm>
            <a:off x="1437681" y="4132058"/>
            <a:ext cx="0" cy="138424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  <p:sp>
        <p:nvSpPr>
          <p:cNvPr id="80" name="Shape 36">
            <a:extLst>
              <a:ext uri="{FF2B5EF4-FFF2-40B4-BE49-F238E27FC236}">
                <a16:creationId xmlns:a16="http://schemas.microsoft.com/office/drawing/2014/main" id="{4012CEE4-FF25-5B43-D50D-B8A0548F9FC4}"/>
              </a:ext>
            </a:extLst>
          </p:cNvPr>
          <p:cNvSpPr/>
          <p:nvPr/>
        </p:nvSpPr>
        <p:spPr>
          <a:xfrm>
            <a:off x="4462272" y="4184515"/>
            <a:ext cx="0" cy="173973"/>
          </a:xfrm>
          <a:prstGeom prst="line">
            <a:avLst/>
          </a:prstGeom>
          <a:noFill/>
          <a:ln w="15240">
            <a:solidFill>
              <a:srgbClr val="1565C0"/>
            </a:solidFill>
            <a:prstDash val="solid"/>
            <a:tailEnd type="arrow"/>
          </a:ln>
        </p:spPr>
      </p:sp>
    </p:spTree>
    <p:extLst>
      <p:ext uri="{BB962C8B-B14F-4D97-AF65-F5344CB8AC3E}">
        <p14:creationId xmlns:p14="http://schemas.microsoft.com/office/powerpoint/2010/main" val="2801707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443</Words>
  <Application>Microsoft Office PowerPoint</Application>
  <PresentationFormat>Presentación en pantalla (16:9)</PresentationFormat>
  <Paragraphs>185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Navegación - Aviaciones el C.O.S.O</dc:title>
  <dc:subject>PptxGenJS Presentation</dc:subject>
  <dc:creator>PptxGenJS</dc:creator>
  <cp:lastModifiedBy>usuario</cp:lastModifiedBy>
  <cp:revision>22</cp:revision>
  <dcterms:created xsi:type="dcterms:W3CDTF">2026-02-24T16:35:53Z</dcterms:created>
  <dcterms:modified xsi:type="dcterms:W3CDTF">2026-03-10T15:20:33Z</dcterms:modified>
</cp:coreProperties>
</file>