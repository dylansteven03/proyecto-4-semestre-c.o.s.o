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-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16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29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58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48640"/>
            <a:ext cx="1645920" cy="164592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822960"/>
            <a:ext cx="1097280" cy="1097280"/>
          </a:xfrm>
          <a:prstGeom prst="ellipse">
            <a:avLst/>
          </a:prstGeom>
          <a:solidFill>
            <a:srgbClr val="42A5F5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4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C.O.S.O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" cy="82296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páginas y flujos de usuario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viajes | Vuelos · Hoteles · Descuentos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90093" y="2064918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3621" y="2065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8584" y="2926080"/>
            <a:ext cx="1084906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" y="2926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register.html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 smtClean="0"/>
          </a:p>
          <a:p>
            <a:pPr marL="0" indent="0" algn="ctr">
              <a:buNone/>
            </a:pPr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(Hoteles)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(Descuentos)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</a:p>
          <a:p>
            <a:pPr marL="0" indent="0" algn="ctr">
              <a:buNone/>
            </a:pPr>
            <a:r>
              <a:rPr lang="es-E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(Servicio al cliente)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9227" y="2922652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29130" y="293770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5185" y="3802508"/>
            <a:ext cx="1412964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6969" y="3804326"/>
            <a:ext cx="1461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5140" y="3133471"/>
            <a:ext cx="1234440" cy="277240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04109" y="30490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7746" y="3941389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8194" y="1633728"/>
            <a:ext cx="0" cy="48463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1093346" y="189159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Login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804664" y="1608131"/>
            <a:ext cx="0" cy="48463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3100834" y="185500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977640" y="1874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946904" y="1362456"/>
            <a:ext cx="813816" cy="93268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5145532" y="18290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946904" y="1371601"/>
            <a:ext cx="2276856" cy="90895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5763986" y="166134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52831" y="2656968"/>
            <a:ext cx="0" cy="26911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239273" y="346517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042670" y="2937709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tengo cuenta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258061" y="2256942"/>
            <a:ext cx="576579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2003554" y="208387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76403" y="21432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57200" y="3368549"/>
            <a:ext cx="231142" cy="60934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1070869" y="3564229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125980" y="341071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77240" y="418776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 flipH="1">
            <a:off x="7420849" y="3417232"/>
            <a:ext cx="4913" cy="52101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7220023" y="351226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sistema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069080" y="2295144"/>
            <a:ext cx="22860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5532120" y="2295144"/>
            <a:ext cx="22860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995160" y="2295144"/>
            <a:ext cx="22860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sp>
        <p:nvSpPr>
          <p:cNvPr id="72" name="Shape 42"/>
          <p:cNvSpPr/>
          <p:nvPr/>
        </p:nvSpPr>
        <p:spPr>
          <a:xfrm>
            <a:off x="1257680" y="3129733"/>
            <a:ext cx="693652" cy="373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3" name="Shape 44"/>
          <p:cNvSpPr/>
          <p:nvPr/>
        </p:nvSpPr>
        <p:spPr>
          <a:xfrm>
            <a:off x="6194713" y="3243136"/>
            <a:ext cx="639753" cy="136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4" name="Shape 36"/>
          <p:cNvSpPr/>
          <p:nvPr/>
        </p:nvSpPr>
        <p:spPr>
          <a:xfrm>
            <a:off x="2258061" y="2656968"/>
            <a:ext cx="0" cy="26911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40" name="Conector recto 39"/>
          <p:cNvCxnSpPr>
            <a:endCxn id="74" idx="0"/>
          </p:cNvCxnSpPr>
          <p:nvPr/>
        </p:nvCxnSpPr>
        <p:spPr>
          <a:xfrm>
            <a:off x="1052831" y="2656968"/>
            <a:ext cx="120523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/>
          <p:cNvCxnSpPr/>
          <p:nvPr/>
        </p:nvCxnSpPr>
        <p:spPr>
          <a:xfrm>
            <a:off x="1570991" y="2448966"/>
            <a:ext cx="0" cy="2080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hape 9"/>
          <p:cNvSpPr/>
          <p:nvPr/>
        </p:nvSpPr>
        <p:spPr>
          <a:xfrm>
            <a:off x="2421476" y="3822319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Shape 42"/>
          <p:cNvSpPr/>
          <p:nvPr/>
        </p:nvSpPr>
        <p:spPr>
          <a:xfrm flipV="1">
            <a:off x="3513653" y="3158641"/>
            <a:ext cx="6787" cy="66367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2" name="Shape 11"/>
          <p:cNvSpPr/>
          <p:nvPr/>
        </p:nvSpPr>
        <p:spPr>
          <a:xfrm>
            <a:off x="3356398" y="2766798"/>
            <a:ext cx="926336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3" name="Shape 13"/>
          <p:cNvSpPr/>
          <p:nvPr/>
        </p:nvSpPr>
        <p:spPr>
          <a:xfrm>
            <a:off x="4366692" y="3757777"/>
            <a:ext cx="1021077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Rectángulo 49"/>
          <p:cNvSpPr/>
          <p:nvPr/>
        </p:nvSpPr>
        <p:spPr>
          <a:xfrm>
            <a:off x="4398372" y="3770419"/>
            <a:ext cx="972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>
              <a:latin typeface="+mj-lt"/>
            </a:endParaRPr>
          </a:p>
          <a:p>
            <a:pPr algn="ctr"/>
            <a:r>
              <a:rPr lang="en-US" sz="900" b="1" dirty="0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Hoteles</a:t>
            </a:r>
            <a:r>
              <a:rPr lang="en-US" sz="900" b="1" dirty="0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>
              <a:latin typeface="+mj-lt"/>
            </a:endParaRPr>
          </a:p>
        </p:txBody>
      </p:sp>
      <p:sp>
        <p:nvSpPr>
          <p:cNvPr id="85" name="Rectángulo 84"/>
          <p:cNvSpPr/>
          <p:nvPr/>
        </p:nvSpPr>
        <p:spPr>
          <a:xfrm>
            <a:off x="3315164" y="2781514"/>
            <a:ext cx="972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87" name="Rectángulo 86"/>
          <p:cNvSpPr/>
          <p:nvPr/>
        </p:nvSpPr>
        <p:spPr>
          <a:xfrm>
            <a:off x="2541455" y="3837035"/>
            <a:ext cx="972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 err="1"/>
              <a:t>Desde</a:t>
            </a:r>
            <a:r>
              <a:rPr lang="en-US" sz="900" b="1" dirty="0"/>
              <a:t> user.html:</a:t>
            </a:r>
            <a:endParaRPr lang="en-US" sz="900" b="1" dirty="0"/>
          </a:p>
        </p:txBody>
      </p:sp>
      <p:sp>
        <p:nvSpPr>
          <p:cNvPr id="88" name="Shape 42"/>
          <p:cNvSpPr/>
          <p:nvPr/>
        </p:nvSpPr>
        <p:spPr>
          <a:xfrm>
            <a:off x="3666053" y="3974718"/>
            <a:ext cx="683440" cy="317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9" name="Shape 42"/>
          <p:cNvSpPr/>
          <p:nvPr/>
        </p:nvSpPr>
        <p:spPr>
          <a:xfrm flipV="1">
            <a:off x="3633632" y="3310128"/>
            <a:ext cx="846928" cy="56212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0" name="Shape 11"/>
          <p:cNvSpPr/>
          <p:nvPr/>
        </p:nvSpPr>
        <p:spPr>
          <a:xfrm>
            <a:off x="4480560" y="3012078"/>
            <a:ext cx="926336" cy="446434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cxnSp>
        <p:nvCxnSpPr>
          <p:cNvPr id="91" name="Conector recto 90"/>
          <p:cNvCxnSpPr/>
          <p:nvPr/>
        </p:nvCxnSpPr>
        <p:spPr>
          <a:xfrm>
            <a:off x="6194713" y="3012078"/>
            <a:ext cx="4821" cy="11247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/>
          <p:cNvCxnSpPr/>
          <p:nvPr/>
        </p:nvCxnSpPr>
        <p:spPr>
          <a:xfrm>
            <a:off x="4943728" y="3000374"/>
            <a:ext cx="1255806" cy="11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/>
          <p:cNvCxnSpPr/>
          <p:nvPr/>
        </p:nvCxnSpPr>
        <p:spPr>
          <a:xfrm flipV="1">
            <a:off x="4864932" y="4139751"/>
            <a:ext cx="1329781" cy="136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ángulo 108"/>
          <p:cNvSpPr/>
          <p:nvPr/>
        </p:nvSpPr>
        <p:spPr>
          <a:xfrm>
            <a:off x="4477614" y="3020050"/>
            <a:ext cx="9721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</a:p>
          <a:p>
            <a:pPr algn="ctr"/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  <a:p>
            <a:pPr algn="ctr"/>
            <a:endParaRPr lang="en-US" sz="9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PÁGINAS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68580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7223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index.html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principal. Muestra las opciones de navegación públicas (Vuelos, Hoteles, Descuentos, Soporte) y acceso a Login / Registro.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" y="1545336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545336"/>
            <a:ext cx="54864" cy="7498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15819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login.html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" y="181965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inicio de sesión. Desde aquí el usuario puede ingresar su cuenta o ir al registro. Puede volver al inicio.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" y="2404872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" y="2404872"/>
            <a:ext cx="54864" cy="7498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24414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register.html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" y="267919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registro de nuevos usuarios. Permite volver al login si ya tiene cuenta.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37160" y="3264408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3264408"/>
            <a:ext cx="54864" cy="7498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33009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flights.html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" y="35387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búsqueda y visualización de vuelos disponibles. Acceso al menú de navegación completo.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37160" y="4123944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" y="4123944"/>
            <a:ext cx="54864" cy="7498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41605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hotels.html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" y="43982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y búsqueda de hoteles disponibles. Acceso cruzado a Vuelos, Descuentos y Soporte.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685800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685800"/>
            <a:ext cx="54864" cy="7498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7223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discounts.html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27448" y="960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las ofertas y descuentos vigentes. Navegación lateral a Vuelos y Hoteles.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17720" y="1545336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545336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15819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user.html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27448" y="181965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usuario autenticado. Permite revisar vuelos, hoteles y descuentos. Incluye opción de Logout.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17720" y="2404872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B8C00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404872"/>
            <a:ext cx="54864" cy="74980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24414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admin.html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27448" y="267919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administración. Acceso restringido. Incluye link al inicio y opción de Logout.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264408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3264408"/>
            <a:ext cx="54864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33009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customer-service.html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27448" y="35387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Servicio al Cliente. Accesible públicamente y desde el menú. Permite Logout.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17720" y="4123944"/>
            <a:ext cx="429768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4123944"/>
            <a:ext cx="54864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41605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logout.html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27448" y="43982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cierre de sesión. Redirige al inicio (index.html) para volver al estado no autenticado.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Aviaciones el C.O.S.O  ·  Diagrama de Navegación  · 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40385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75163" y="2120913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12426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b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/>
              <a:t>(</a:t>
            </a:r>
            <a:r>
              <a:rPr lang="en-US" sz="900" b="1" dirty="0" err="1"/>
              <a:t>Iniciar</a:t>
            </a:r>
            <a:r>
              <a:rPr lang="en-US" sz="900" b="1" dirty="0"/>
              <a:t> </a:t>
            </a:r>
            <a:r>
              <a:rPr lang="en-US" sz="900" b="1" dirty="0" err="1"/>
              <a:t>Sesión</a:t>
            </a:r>
            <a:r>
              <a:rPr lang="en-US" sz="900" b="1" dirty="0"/>
              <a:t>)</a:t>
            </a: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2916429" y="2116736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6356" y="2117325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/>
              <a:t>register.html</a:t>
            </a:r>
          </a:p>
          <a:p>
            <a:pPr algn="ctr"/>
            <a:r>
              <a:rPr lang="en-US" sz="900" b="1" dirty="0" smtClean="0"/>
              <a:t>(</a:t>
            </a:r>
            <a:r>
              <a:rPr lang="en-US" sz="900" b="1" dirty="0" err="1"/>
              <a:t>Crear</a:t>
            </a:r>
            <a:r>
              <a:rPr lang="en-US" sz="900" b="1" dirty="0"/>
              <a:t> </a:t>
            </a:r>
            <a:r>
              <a:rPr lang="en-US" sz="900" b="1" dirty="0" err="1" smtClean="0"/>
              <a:t>Cuenta</a:t>
            </a:r>
            <a:r>
              <a:rPr lang="en-US" sz="900" b="1" dirty="0" smtClean="0"/>
              <a:t>)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870108" y="3257834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0734" y="325783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(Vuelos)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9624" y="3253587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55720" y="32362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(Hoteles)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00300" y="3247371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13637" y="325691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(Descuentos)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02508" y="2557543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5021" y="255059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4417" y="2555783"/>
            <a:ext cx="1234440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19930" y="25315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32168" y="3374152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10139" y="33529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838194" y="1810710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4664" y="18290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502273" y="3120674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061637" y="2942843"/>
            <a:ext cx="0" cy="45442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cxnSp>
        <p:nvCxnSpPr>
          <p:cNvPr id="40" name="Conector recto 39"/>
          <p:cNvCxnSpPr>
            <a:stCxn id="28" idx="0"/>
          </p:cNvCxnSpPr>
          <p:nvPr/>
        </p:nvCxnSpPr>
        <p:spPr>
          <a:xfrm>
            <a:off x="3849624" y="1810710"/>
            <a:ext cx="955040" cy="86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>
            <a:endCxn id="7" idx="2"/>
          </p:cNvCxnSpPr>
          <p:nvPr/>
        </p:nvCxnSpPr>
        <p:spPr>
          <a:xfrm flipH="1" flipV="1">
            <a:off x="4329684" y="1624433"/>
            <a:ext cx="4572" cy="2157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10"/>
          <p:cNvSpPr/>
          <p:nvPr/>
        </p:nvSpPr>
        <p:spPr>
          <a:xfrm>
            <a:off x="4165749" y="213604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Validar</a:t>
            </a:r>
            <a:r>
              <a:rPr lang="en-US" sz="900" b="1" dirty="0"/>
              <a:t> </a:t>
            </a:r>
            <a:r>
              <a:rPr lang="en-US" sz="900" b="1" dirty="0" smtClean="0"/>
              <a:t>Usuario</a:t>
            </a:r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Autenticación</a:t>
            </a:r>
            <a:r>
              <a:rPr lang="en-US" sz="900" b="1" dirty="0"/>
              <a:t>)</a:t>
            </a:r>
            <a:endParaRPr lang="en-US" sz="900" b="1" dirty="0"/>
          </a:p>
        </p:txBody>
      </p:sp>
      <p:cxnSp>
        <p:nvCxnSpPr>
          <p:cNvPr id="76" name="Conector recto 75"/>
          <p:cNvCxnSpPr>
            <a:stCxn id="21" idx="3"/>
            <a:endCxn id="23" idx="1"/>
          </p:cNvCxnSpPr>
          <p:nvPr/>
        </p:nvCxnSpPr>
        <p:spPr>
          <a:xfrm flipV="1">
            <a:off x="3536948" y="2747807"/>
            <a:ext cx="1907469" cy="17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/>
          <p:cNvCxnSpPr/>
          <p:nvPr/>
        </p:nvCxnSpPr>
        <p:spPr>
          <a:xfrm flipV="1">
            <a:off x="4969437" y="2514459"/>
            <a:ext cx="0" cy="221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/>
          <p:nvPr/>
        </p:nvCxnSpPr>
        <p:spPr>
          <a:xfrm>
            <a:off x="1502273" y="3120675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/>
          <p:nvPr/>
        </p:nvCxnSpPr>
        <p:spPr>
          <a:xfrm flipV="1">
            <a:off x="2920962" y="2941745"/>
            <a:ext cx="0" cy="1780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hape 36"/>
          <p:cNvSpPr/>
          <p:nvPr/>
        </p:nvSpPr>
        <p:spPr>
          <a:xfrm>
            <a:off x="2920962" y="313880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2" name="Shape 36"/>
          <p:cNvSpPr/>
          <p:nvPr/>
        </p:nvSpPr>
        <p:spPr>
          <a:xfrm>
            <a:off x="4572000" y="313880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122" name="Conector recto 121"/>
          <p:cNvCxnSpPr>
            <a:stCxn id="126" idx="1"/>
            <a:endCxn id="124" idx="1"/>
          </p:cNvCxnSpPr>
          <p:nvPr/>
        </p:nvCxnSpPr>
        <p:spPr>
          <a:xfrm>
            <a:off x="1502274" y="3780306"/>
            <a:ext cx="30463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hape 36"/>
          <p:cNvSpPr/>
          <p:nvPr/>
        </p:nvSpPr>
        <p:spPr>
          <a:xfrm>
            <a:off x="4548594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5" name="Shape 36"/>
          <p:cNvSpPr/>
          <p:nvPr/>
        </p:nvSpPr>
        <p:spPr>
          <a:xfrm>
            <a:off x="3047725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6" name="Shape 36"/>
          <p:cNvSpPr/>
          <p:nvPr/>
        </p:nvSpPr>
        <p:spPr>
          <a:xfrm>
            <a:off x="1502273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9" name="Shape 36"/>
          <p:cNvSpPr/>
          <p:nvPr/>
        </p:nvSpPr>
        <p:spPr>
          <a:xfrm>
            <a:off x="3043447" y="37942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3" name="Shape 23"/>
          <p:cNvSpPr/>
          <p:nvPr/>
        </p:nvSpPr>
        <p:spPr>
          <a:xfrm>
            <a:off x="2430505" y="3929193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4" name="Text 24"/>
          <p:cNvSpPr/>
          <p:nvPr/>
        </p:nvSpPr>
        <p:spPr>
          <a:xfrm>
            <a:off x="2608476" y="390797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35" name="Shape 5"/>
          <p:cNvSpPr/>
          <p:nvPr/>
        </p:nvSpPr>
        <p:spPr>
          <a:xfrm>
            <a:off x="4217089" y="3945636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Text 6"/>
          <p:cNvSpPr/>
          <p:nvPr/>
        </p:nvSpPr>
        <p:spPr>
          <a:xfrm>
            <a:off x="4217089" y="39079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137" name="Shape 58"/>
          <p:cNvSpPr/>
          <p:nvPr/>
        </p:nvSpPr>
        <p:spPr>
          <a:xfrm flipV="1">
            <a:off x="3648077" y="4147068"/>
            <a:ext cx="558163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398125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40385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75163" y="2120913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12426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b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/>
              <a:t>(</a:t>
            </a:r>
            <a:r>
              <a:rPr lang="en-US" sz="900" b="1" dirty="0" err="1"/>
              <a:t>Iniciar</a:t>
            </a:r>
            <a:r>
              <a:rPr lang="en-US" sz="900" b="1" dirty="0"/>
              <a:t> </a:t>
            </a:r>
            <a:r>
              <a:rPr lang="en-US" sz="900" b="1" dirty="0" err="1"/>
              <a:t>Sesión</a:t>
            </a:r>
            <a:r>
              <a:rPr lang="en-US" sz="900" b="1" dirty="0"/>
              <a:t>)</a:t>
            </a: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2916429" y="2116736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6356" y="2117325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/>
              <a:t>register.html</a:t>
            </a:r>
          </a:p>
          <a:p>
            <a:pPr algn="ctr"/>
            <a:r>
              <a:rPr lang="en-US" sz="900" b="1" dirty="0" smtClean="0"/>
              <a:t>(</a:t>
            </a:r>
            <a:r>
              <a:rPr lang="en-US" sz="900" b="1" dirty="0" err="1"/>
              <a:t>Crear</a:t>
            </a:r>
            <a:r>
              <a:rPr lang="en-US" sz="900" b="1" dirty="0"/>
              <a:t> </a:t>
            </a:r>
            <a:r>
              <a:rPr lang="en-US" sz="900" b="1" dirty="0" err="1" smtClean="0"/>
              <a:t>Cuenta</a:t>
            </a:r>
            <a:r>
              <a:rPr lang="en-US" sz="900" b="1" dirty="0" smtClean="0"/>
              <a:t>)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870108" y="3257834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0734" y="325783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(Vuelos)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9624" y="3253587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55720" y="32362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(Hoteles)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00300" y="3247371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13637" y="325691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(Descuentos)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02508" y="2557543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5021" y="255059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4417" y="2555783"/>
            <a:ext cx="1234440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19930" y="25315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32168" y="3374152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10139" y="33529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838194" y="1810710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4664" y="18290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502273" y="3120674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061637" y="2942843"/>
            <a:ext cx="0" cy="45442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cxnSp>
        <p:nvCxnSpPr>
          <p:cNvPr id="40" name="Conector recto 39"/>
          <p:cNvCxnSpPr>
            <a:stCxn id="28" idx="0"/>
          </p:cNvCxnSpPr>
          <p:nvPr/>
        </p:nvCxnSpPr>
        <p:spPr>
          <a:xfrm>
            <a:off x="3849624" y="1810710"/>
            <a:ext cx="955040" cy="86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>
            <a:endCxn id="7" idx="2"/>
          </p:cNvCxnSpPr>
          <p:nvPr/>
        </p:nvCxnSpPr>
        <p:spPr>
          <a:xfrm flipH="1" flipV="1">
            <a:off x="4329684" y="1624433"/>
            <a:ext cx="4572" cy="2157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10"/>
          <p:cNvSpPr/>
          <p:nvPr/>
        </p:nvSpPr>
        <p:spPr>
          <a:xfrm>
            <a:off x="4165749" y="213604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Validar</a:t>
            </a:r>
            <a:r>
              <a:rPr lang="en-US" sz="900" b="1" dirty="0"/>
              <a:t> </a:t>
            </a:r>
            <a:r>
              <a:rPr lang="en-US" sz="900" b="1" dirty="0" smtClean="0"/>
              <a:t>Usuario</a:t>
            </a:r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Autenticación</a:t>
            </a:r>
            <a:r>
              <a:rPr lang="en-US" sz="900" b="1" dirty="0"/>
              <a:t>)</a:t>
            </a:r>
            <a:endParaRPr lang="en-US" sz="900" b="1" dirty="0"/>
          </a:p>
        </p:txBody>
      </p:sp>
      <p:cxnSp>
        <p:nvCxnSpPr>
          <p:cNvPr id="76" name="Conector recto 75"/>
          <p:cNvCxnSpPr>
            <a:stCxn id="21" idx="3"/>
            <a:endCxn id="23" idx="1"/>
          </p:cNvCxnSpPr>
          <p:nvPr/>
        </p:nvCxnSpPr>
        <p:spPr>
          <a:xfrm flipV="1">
            <a:off x="3536948" y="2747807"/>
            <a:ext cx="1907469" cy="17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/>
          <p:cNvCxnSpPr/>
          <p:nvPr/>
        </p:nvCxnSpPr>
        <p:spPr>
          <a:xfrm flipV="1">
            <a:off x="4969437" y="2514459"/>
            <a:ext cx="0" cy="221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/>
          <p:nvPr/>
        </p:nvCxnSpPr>
        <p:spPr>
          <a:xfrm>
            <a:off x="1502273" y="3120675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/>
          <p:nvPr/>
        </p:nvCxnSpPr>
        <p:spPr>
          <a:xfrm flipV="1">
            <a:off x="2920962" y="2941745"/>
            <a:ext cx="0" cy="1780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hape 36"/>
          <p:cNvSpPr/>
          <p:nvPr/>
        </p:nvSpPr>
        <p:spPr>
          <a:xfrm>
            <a:off x="2920962" y="313880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2" name="Shape 36"/>
          <p:cNvSpPr/>
          <p:nvPr/>
        </p:nvSpPr>
        <p:spPr>
          <a:xfrm>
            <a:off x="4572000" y="313880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122" name="Conector recto 121"/>
          <p:cNvCxnSpPr>
            <a:stCxn id="126" idx="1"/>
            <a:endCxn id="124" idx="1"/>
          </p:cNvCxnSpPr>
          <p:nvPr/>
        </p:nvCxnSpPr>
        <p:spPr>
          <a:xfrm>
            <a:off x="1502274" y="3780306"/>
            <a:ext cx="30463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hape 36"/>
          <p:cNvSpPr/>
          <p:nvPr/>
        </p:nvSpPr>
        <p:spPr>
          <a:xfrm>
            <a:off x="4548594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5" name="Shape 36"/>
          <p:cNvSpPr/>
          <p:nvPr/>
        </p:nvSpPr>
        <p:spPr>
          <a:xfrm>
            <a:off x="3047725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6" name="Shape 36"/>
          <p:cNvSpPr/>
          <p:nvPr/>
        </p:nvSpPr>
        <p:spPr>
          <a:xfrm>
            <a:off x="1502273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9" name="Shape 36"/>
          <p:cNvSpPr/>
          <p:nvPr/>
        </p:nvSpPr>
        <p:spPr>
          <a:xfrm>
            <a:off x="3043447" y="37942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3" name="Shape 23"/>
          <p:cNvSpPr/>
          <p:nvPr/>
        </p:nvSpPr>
        <p:spPr>
          <a:xfrm>
            <a:off x="2430505" y="3929193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4" name="Text 24"/>
          <p:cNvSpPr/>
          <p:nvPr/>
        </p:nvSpPr>
        <p:spPr>
          <a:xfrm>
            <a:off x="2608476" y="390797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35" name="Shape 5"/>
          <p:cNvSpPr/>
          <p:nvPr/>
        </p:nvSpPr>
        <p:spPr>
          <a:xfrm>
            <a:off x="4217089" y="3945636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Text 6"/>
          <p:cNvSpPr/>
          <p:nvPr/>
        </p:nvSpPr>
        <p:spPr>
          <a:xfrm>
            <a:off x="4217089" y="39079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137" name="Shape 58"/>
          <p:cNvSpPr/>
          <p:nvPr/>
        </p:nvSpPr>
        <p:spPr>
          <a:xfrm flipV="1">
            <a:off x="3648077" y="4147068"/>
            <a:ext cx="558163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105177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458</Words>
  <Application>Microsoft Office PowerPoint</Application>
  <PresentationFormat>Presentación en pantalla (16:9)</PresentationFormat>
  <Paragraphs>130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Navegación - Aviaciones el C.O.S.O</dc:title>
  <dc:subject>PptxGenJS Presentation</dc:subject>
  <dc:creator>PptxGenJS</dc:creator>
  <cp:lastModifiedBy>usuario</cp:lastModifiedBy>
  <cp:revision>10</cp:revision>
  <dcterms:created xsi:type="dcterms:W3CDTF">2026-02-24T16:35:53Z</dcterms:created>
  <dcterms:modified xsi:type="dcterms:W3CDTF">2026-03-10T05:52:12Z</dcterms:modified>
</cp:coreProperties>
</file>